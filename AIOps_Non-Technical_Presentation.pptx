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147375094" r:id="rId6"/>
    <p:sldId id="2147375179" r:id="rId7"/>
    <p:sldId id="2147375178" r:id="rId8"/>
    <p:sldId id="2147375177" r:id="rId9"/>
    <p:sldId id="2147375175" r:id="rId10"/>
    <p:sldId id="21473751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9B4975-D20C-F927-4718-F0973EC9BEB1}" name="Sana Hafez" initials="SH" userId="7812b647a4af6a57" providerId="Windows Live"/>
  <p188:author id="{3C1A26FF-9632-50B2-9513-A235B522E88B}" name="DA vank" initials="Dv" userId="6e5c42156e1cea0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3BE74-9634-4B12-9DC5-31A75F7C2AF7}" v="88" dt="2026-08-11T19:14:56.450"/>
    <p1510:client id="{8AE3F40D-60F2-4CC4-3E5B-971B7A239D69}" v="6" dt="2026-08-11T19:15:26.455"/>
    <p1510:client id="{A229A65C-22D1-864C-F697-948493936F8B}" v="5" dt="2026-08-11T19:36:13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1EF53-B800-4E26-8954-AF565D3D7E73}" type="doc">
      <dgm:prSet loTypeId="urn:microsoft.com/office/officeart/2005/8/layout/hProcess3" loCatId="process" qsTypeId="urn:microsoft.com/office/officeart/2005/8/quickstyle/simple4#1" qsCatId="simple" csTypeId="urn:microsoft.com/office/officeart/2005/8/colors/accent1_5#1" csCatId="accent1" phldr="1"/>
      <dgm:spPr/>
      <dgm:t>
        <a:bodyPr/>
        <a:lstStyle/>
        <a:p>
          <a:endParaRPr lang="en-AE"/>
        </a:p>
      </dgm:t>
    </dgm:pt>
    <dgm:pt modelId="{E1040F10-A59B-485B-ADC2-AC3C3AEFF06E}">
      <dgm:prSet custT="1"/>
      <dgm:spPr/>
      <dgm:t>
        <a:bodyPr/>
        <a:lstStyle/>
        <a:p>
          <a:r>
            <a:rPr lang="en-US" sz="1800"/>
            <a:t>Develop AI architectures</a:t>
          </a:r>
          <a:endParaRPr lang="en-AE" sz="1800"/>
        </a:p>
      </dgm:t>
    </dgm:pt>
    <dgm:pt modelId="{202BEE8A-3D21-4D21-BAFF-52B87948C706}" type="parTrans" cxnId="{181C94E7-2BF2-48EA-949A-698D95DBBD4A}">
      <dgm:prSet/>
      <dgm:spPr/>
      <dgm:t>
        <a:bodyPr/>
        <a:lstStyle/>
        <a:p>
          <a:endParaRPr lang="en-AE"/>
        </a:p>
      </dgm:t>
    </dgm:pt>
    <dgm:pt modelId="{6513A1EF-AED7-4AA0-91D0-3DD88A25B0A3}" type="sibTrans" cxnId="{181C94E7-2BF2-48EA-949A-698D95DBBD4A}">
      <dgm:prSet/>
      <dgm:spPr/>
      <dgm:t>
        <a:bodyPr/>
        <a:lstStyle/>
        <a:p>
          <a:endParaRPr lang="en-AE"/>
        </a:p>
      </dgm:t>
    </dgm:pt>
    <dgm:pt modelId="{C7EA7112-3D56-4B7A-802A-AD6E65F80FE5}">
      <dgm:prSet custT="1"/>
      <dgm:spPr/>
      <dgm:t>
        <a:bodyPr/>
        <a:lstStyle/>
        <a:p>
          <a:r>
            <a:rPr lang="en-US" sz="1800"/>
            <a:t>Configure recording device (HoloLens 2)</a:t>
          </a:r>
          <a:endParaRPr lang="en-AE" sz="1800"/>
        </a:p>
      </dgm:t>
    </dgm:pt>
    <dgm:pt modelId="{7E6E10AA-DB7B-4041-AA64-73654781A5AB}" type="parTrans" cxnId="{675E055A-AB67-43A7-A943-DCB52B0725DF}">
      <dgm:prSet/>
      <dgm:spPr/>
      <dgm:t>
        <a:bodyPr/>
        <a:lstStyle/>
        <a:p>
          <a:endParaRPr lang="en-AE"/>
        </a:p>
      </dgm:t>
    </dgm:pt>
    <dgm:pt modelId="{11A9C78E-3E3D-42B5-A24C-BD2BCEA55768}" type="sibTrans" cxnId="{675E055A-AB67-43A7-A943-DCB52B0725DF}">
      <dgm:prSet/>
      <dgm:spPr/>
      <dgm:t>
        <a:bodyPr/>
        <a:lstStyle/>
        <a:p>
          <a:endParaRPr lang="en-AE"/>
        </a:p>
      </dgm:t>
    </dgm:pt>
    <dgm:pt modelId="{4EA9D9AE-A411-4FF9-BB5E-25D1898670FF}">
      <dgm:prSet custT="1"/>
      <dgm:spPr/>
      <dgm:t>
        <a:bodyPr/>
        <a:lstStyle/>
        <a:p>
          <a:r>
            <a:rPr lang="en-US" sz="1800"/>
            <a:t>Record egocentric videos </a:t>
          </a:r>
          <a:endParaRPr lang="en-AE" sz="1800"/>
        </a:p>
      </dgm:t>
    </dgm:pt>
    <dgm:pt modelId="{73A0F72C-011B-4B41-B93C-94AE985047B2}" type="parTrans" cxnId="{0E0EDA13-0339-44E6-9130-D7EA873ABB57}">
      <dgm:prSet/>
      <dgm:spPr/>
      <dgm:t>
        <a:bodyPr/>
        <a:lstStyle/>
        <a:p>
          <a:endParaRPr lang="en-AE"/>
        </a:p>
      </dgm:t>
    </dgm:pt>
    <dgm:pt modelId="{05E91F95-06FB-43FA-83F7-119050861512}" type="sibTrans" cxnId="{0E0EDA13-0339-44E6-9130-D7EA873ABB57}">
      <dgm:prSet/>
      <dgm:spPr/>
      <dgm:t>
        <a:bodyPr/>
        <a:lstStyle/>
        <a:p>
          <a:endParaRPr lang="en-AE"/>
        </a:p>
      </dgm:t>
    </dgm:pt>
    <dgm:pt modelId="{4C7C9D64-76AB-4458-9362-DA5CEA3CB9C4}">
      <dgm:prSet custT="1"/>
      <dgm:spPr/>
      <dgm:t>
        <a:bodyPr/>
        <a:lstStyle/>
        <a:p>
          <a:r>
            <a:rPr lang="en-US" sz="1800"/>
            <a:t>Finetune our AI model</a:t>
          </a:r>
          <a:endParaRPr lang="en-AE" sz="1800"/>
        </a:p>
      </dgm:t>
    </dgm:pt>
    <dgm:pt modelId="{4D2031B1-8376-46C5-812A-823BD4665AA2}" type="parTrans" cxnId="{8DBC260A-CD9E-4BE8-BED5-B31D83210C64}">
      <dgm:prSet/>
      <dgm:spPr/>
      <dgm:t>
        <a:bodyPr/>
        <a:lstStyle/>
        <a:p>
          <a:endParaRPr lang="en-AE"/>
        </a:p>
      </dgm:t>
    </dgm:pt>
    <dgm:pt modelId="{B0AC2AB7-0A6D-4A57-B275-B2CBDC7CCBE1}" type="sibTrans" cxnId="{8DBC260A-CD9E-4BE8-BED5-B31D83210C64}">
      <dgm:prSet/>
      <dgm:spPr/>
      <dgm:t>
        <a:bodyPr/>
        <a:lstStyle/>
        <a:p>
          <a:endParaRPr lang="en-AE"/>
        </a:p>
      </dgm:t>
    </dgm:pt>
    <dgm:pt modelId="{5924E59E-2B75-4ABA-9203-489E3835D9FB}">
      <dgm:prSet custT="1"/>
      <dgm:spPr/>
      <dgm:t>
        <a:bodyPr/>
        <a:lstStyle/>
        <a:p>
          <a:r>
            <a:rPr lang="en-US" sz="1800"/>
            <a:t>Benchmark and select the best architecture</a:t>
          </a:r>
          <a:endParaRPr lang="en-AE" sz="1800"/>
        </a:p>
      </dgm:t>
    </dgm:pt>
    <dgm:pt modelId="{E81D88E4-871F-424F-96F7-9AB06909C8E9}" type="parTrans" cxnId="{CEF937C3-5A18-4232-803B-84BD3AE55BFC}">
      <dgm:prSet/>
      <dgm:spPr/>
      <dgm:t>
        <a:bodyPr/>
        <a:lstStyle/>
        <a:p>
          <a:endParaRPr lang="en-AE"/>
        </a:p>
      </dgm:t>
    </dgm:pt>
    <dgm:pt modelId="{BAA8604B-2D61-4C22-8649-541CA15B8F89}" type="sibTrans" cxnId="{CEF937C3-5A18-4232-803B-84BD3AE55BFC}">
      <dgm:prSet/>
      <dgm:spPr/>
      <dgm:t>
        <a:bodyPr/>
        <a:lstStyle/>
        <a:p>
          <a:endParaRPr lang="en-AE"/>
        </a:p>
      </dgm:t>
    </dgm:pt>
    <dgm:pt modelId="{17DD65AB-1303-4F40-89BD-07F997D1CD6F}">
      <dgm:prSet custT="1"/>
      <dgm:spPr/>
      <dgm:t>
        <a:bodyPr/>
        <a:lstStyle/>
        <a:p>
          <a:r>
            <a:rPr lang="en-US" sz="1800"/>
            <a:t>Select the data collection platform</a:t>
          </a:r>
          <a:endParaRPr lang="en-AE" sz="1800"/>
        </a:p>
      </dgm:t>
    </dgm:pt>
    <dgm:pt modelId="{2A6A7493-8E51-4899-BE12-77E53D717EE6}" type="parTrans" cxnId="{788312B0-AEB8-46D9-B056-E6A0661F0D96}">
      <dgm:prSet/>
      <dgm:spPr/>
      <dgm:t>
        <a:bodyPr/>
        <a:lstStyle/>
        <a:p>
          <a:endParaRPr lang="en-AE"/>
        </a:p>
      </dgm:t>
    </dgm:pt>
    <dgm:pt modelId="{6DE2006F-52C0-4CC3-9400-711D8ECA523F}" type="sibTrans" cxnId="{788312B0-AEB8-46D9-B056-E6A0661F0D96}">
      <dgm:prSet/>
      <dgm:spPr/>
      <dgm:t>
        <a:bodyPr/>
        <a:lstStyle/>
        <a:p>
          <a:endParaRPr lang="en-AE"/>
        </a:p>
      </dgm:t>
    </dgm:pt>
    <dgm:pt modelId="{89ACF62E-DA8B-44AE-9EF1-7EDFB17208ED}" type="pres">
      <dgm:prSet presAssocID="{4181EF53-B800-4E26-8954-AF565D3D7E73}" presName="Name0" presStyleCnt="0">
        <dgm:presLayoutVars>
          <dgm:dir/>
          <dgm:animLvl val="lvl"/>
          <dgm:resizeHandles val="exact"/>
        </dgm:presLayoutVars>
      </dgm:prSet>
      <dgm:spPr/>
    </dgm:pt>
    <dgm:pt modelId="{942D59B0-F0AB-4A70-8F5F-A451498444CA}" type="pres">
      <dgm:prSet presAssocID="{4181EF53-B800-4E26-8954-AF565D3D7E73}" presName="dummy" presStyleCnt="0"/>
      <dgm:spPr/>
    </dgm:pt>
    <dgm:pt modelId="{8CF276FD-A6CE-4BD3-A074-2A11D74AC032}" type="pres">
      <dgm:prSet presAssocID="{4181EF53-B800-4E26-8954-AF565D3D7E73}" presName="linH" presStyleCnt="0"/>
      <dgm:spPr/>
    </dgm:pt>
    <dgm:pt modelId="{5D2E1ADD-314E-4613-84FF-1FB00606A713}" type="pres">
      <dgm:prSet presAssocID="{4181EF53-B800-4E26-8954-AF565D3D7E73}" presName="padding1" presStyleCnt="0"/>
      <dgm:spPr/>
    </dgm:pt>
    <dgm:pt modelId="{2C8DC952-779E-4629-87BA-1472BD0C6BF8}" type="pres">
      <dgm:prSet presAssocID="{E1040F10-A59B-485B-ADC2-AC3C3AEFF06E}" presName="linV" presStyleCnt="0"/>
      <dgm:spPr/>
    </dgm:pt>
    <dgm:pt modelId="{FAE44702-AEA7-4E91-906C-171192560FF5}" type="pres">
      <dgm:prSet presAssocID="{E1040F10-A59B-485B-ADC2-AC3C3AEFF06E}" presName="spVertical1" presStyleCnt="0"/>
      <dgm:spPr/>
    </dgm:pt>
    <dgm:pt modelId="{28651E6A-85EF-4847-915D-E5EEEF8D92CA}" type="pres">
      <dgm:prSet presAssocID="{E1040F10-A59B-485B-ADC2-AC3C3AEFF06E}" presName="parTx" presStyleLbl="revTx" presStyleIdx="0" presStyleCnt="6" custScaleX="107083">
        <dgm:presLayoutVars>
          <dgm:chMax val="0"/>
          <dgm:chPref val="0"/>
          <dgm:bulletEnabled val="1"/>
        </dgm:presLayoutVars>
      </dgm:prSet>
      <dgm:spPr/>
    </dgm:pt>
    <dgm:pt modelId="{D7F88E85-9DBD-4F60-BE83-744F2ECD7514}" type="pres">
      <dgm:prSet presAssocID="{E1040F10-A59B-485B-ADC2-AC3C3AEFF06E}" presName="spVertical2" presStyleCnt="0"/>
      <dgm:spPr/>
    </dgm:pt>
    <dgm:pt modelId="{5022C780-820B-43B8-8970-AF6B623B1E91}" type="pres">
      <dgm:prSet presAssocID="{E1040F10-A59B-485B-ADC2-AC3C3AEFF06E}" presName="spVertical3" presStyleCnt="0"/>
      <dgm:spPr/>
    </dgm:pt>
    <dgm:pt modelId="{D8F3893C-4DDE-4CDA-964F-94D84D862049}" type="pres">
      <dgm:prSet presAssocID="{6513A1EF-AED7-4AA0-91D0-3DD88A25B0A3}" presName="space" presStyleCnt="0"/>
      <dgm:spPr/>
    </dgm:pt>
    <dgm:pt modelId="{F34DFB44-B3EB-4D0A-888F-25A84D5843F0}" type="pres">
      <dgm:prSet presAssocID="{5924E59E-2B75-4ABA-9203-489E3835D9FB}" presName="linV" presStyleCnt="0"/>
      <dgm:spPr/>
    </dgm:pt>
    <dgm:pt modelId="{BCF49024-54CE-4458-9BD8-46191E193026}" type="pres">
      <dgm:prSet presAssocID="{5924E59E-2B75-4ABA-9203-489E3835D9FB}" presName="spVertical1" presStyleCnt="0"/>
      <dgm:spPr/>
    </dgm:pt>
    <dgm:pt modelId="{043A1E95-1065-4BC9-B716-63110587F845}" type="pres">
      <dgm:prSet presAssocID="{5924E59E-2B75-4ABA-9203-489E3835D9FB}" presName="parTx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4D3B0B42-AB37-4FBC-9620-B7991916FECF}" type="pres">
      <dgm:prSet presAssocID="{5924E59E-2B75-4ABA-9203-489E3835D9FB}" presName="spVertical2" presStyleCnt="0"/>
      <dgm:spPr/>
    </dgm:pt>
    <dgm:pt modelId="{1610490A-E127-4A6A-B506-7597E2818DC0}" type="pres">
      <dgm:prSet presAssocID="{5924E59E-2B75-4ABA-9203-489E3835D9FB}" presName="spVertical3" presStyleCnt="0"/>
      <dgm:spPr/>
    </dgm:pt>
    <dgm:pt modelId="{D1150011-6FCB-4030-B4E4-4361DBD22A9B}" type="pres">
      <dgm:prSet presAssocID="{BAA8604B-2D61-4C22-8649-541CA15B8F89}" presName="space" presStyleCnt="0"/>
      <dgm:spPr/>
    </dgm:pt>
    <dgm:pt modelId="{380B6FF8-7A85-4859-A02B-BEAF008B1348}" type="pres">
      <dgm:prSet presAssocID="{17DD65AB-1303-4F40-89BD-07F997D1CD6F}" presName="linV" presStyleCnt="0"/>
      <dgm:spPr/>
    </dgm:pt>
    <dgm:pt modelId="{7DEAFED7-8722-4217-9BF3-58E521A5DAB1}" type="pres">
      <dgm:prSet presAssocID="{17DD65AB-1303-4F40-89BD-07F997D1CD6F}" presName="spVertical1" presStyleCnt="0"/>
      <dgm:spPr/>
    </dgm:pt>
    <dgm:pt modelId="{7FD03583-F8E7-412A-A65B-E96CE9555A60}" type="pres">
      <dgm:prSet presAssocID="{17DD65AB-1303-4F40-89BD-07F997D1CD6F}" presName="parTx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9251FD92-EB4F-4C31-AF30-94F1B705E676}" type="pres">
      <dgm:prSet presAssocID="{17DD65AB-1303-4F40-89BD-07F997D1CD6F}" presName="spVertical2" presStyleCnt="0"/>
      <dgm:spPr/>
    </dgm:pt>
    <dgm:pt modelId="{7358D92C-4104-458A-9817-9FA2DA89A10D}" type="pres">
      <dgm:prSet presAssocID="{17DD65AB-1303-4F40-89BD-07F997D1CD6F}" presName="spVertical3" presStyleCnt="0"/>
      <dgm:spPr/>
    </dgm:pt>
    <dgm:pt modelId="{1B7A771E-8E87-483C-ABE6-3DBDB700D94F}" type="pres">
      <dgm:prSet presAssocID="{6DE2006F-52C0-4CC3-9400-711D8ECA523F}" presName="space" presStyleCnt="0"/>
      <dgm:spPr/>
    </dgm:pt>
    <dgm:pt modelId="{EF8BE3B0-DC71-4E69-856A-04316C7FAFE1}" type="pres">
      <dgm:prSet presAssocID="{C7EA7112-3D56-4B7A-802A-AD6E65F80FE5}" presName="linV" presStyleCnt="0"/>
      <dgm:spPr/>
    </dgm:pt>
    <dgm:pt modelId="{CF8A239E-78E5-4347-8928-A8CBE0931B1A}" type="pres">
      <dgm:prSet presAssocID="{C7EA7112-3D56-4B7A-802A-AD6E65F80FE5}" presName="spVertical1" presStyleCnt="0"/>
      <dgm:spPr/>
    </dgm:pt>
    <dgm:pt modelId="{9D9E5B29-7321-47AB-9145-806F59742DF2}" type="pres">
      <dgm:prSet presAssocID="{C7EA7112-3D56-4B7A-802A-AD6E65F80FE5}" presName="parTx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972D7A9C-97D2-4513-AC9D-B3BEF4882DB4}" type="pres">
      <dgm:prSet presAssocID="{C7EA7112-3D56-4B7A-802A-AD6E65F80FE5}" presName="spVertical2" presStyleCnt="0"/>
      <dgm:spPr/>
    </dgm:pt>
    <dgm:pt modelId="{F01F1C3A-2150-47B0-B4AC-5F91F63A3F65}" type="pres">
      <dgm:prSet presAssocID="{C7EA7112-3D56-4B7A-802A-AD6E65F80FE5}" presName="spVertical3" presStyleCnt="0"/>
      <dgm:spPr/>
    </dgm:pt>
    <dgm:pt modelId="{1D9C9D6C-DE60-44BC-89B2-6401A12A57B6}" type="pres">
      <dgm:prSet presAssocID="{11A9C78E-3E3D-42B5-A24C-BD2BCEA55768}" presName="space" presStyleCnt="0"/>
      <dgm:spPr/>
    </dgm:pt>
    <dgm:pt modelId="{CFA0EAA3-4545-4619-A57B-B130B1250495}" type="pres">
      <dgm:prSet presAssocID="{4EA9D9AE-A411-4FF9-BB5E-25D1898670FF}" presName="linV" presStyleCnt="0"/>
      <dgm:spPr/>
    </dgm:pt>
    <dgm:pt modelId="{DB59759D-12F9-4BFC-805C-B317F128A502}" type="pres">
      <dgm:prSet presAssocID="{4EA9D9AE-A411-4FF9-BB5E-25D1898670FF}" presName="spVertical1" presStyleCnt="0"/>
      <dgm:spPr/>
    </dgm:pt>
    <dgm:pt modelId="{BFA24CFD-1CA5-45BA-856C-9C1DD8C2D211}" type="pres">
      <dgm:prSet presAssocID="{4EA9D9AE-A411-4FF9-BB5E-25D1898670FF}" presName="parTx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36D89F05-B9C8-408E-BBA7-96C5EA5EFAA7}" type="pres">
      <dgm:prSet presAssocID="{4EA9D9AE-A411-4FF9-BB5E-25D1898670FF}" presName="spVertical2" presStyleCnt="0"/>
      <dgm:spPr/>
    </dgm:pt>
    <dgm:pt modelId="{9A6AA479-840F-4E80-A179-A0ED7562733A}" type="pres">
      <dgm:prSet presAssocID="{4EA9D9AE-A411-4FF9-BB5E-25D1898670FF}" presName="spVertical3" presStyleCnt="0"/>
      <dgm:spPr/>
    </dgm:pt>
    <dgm:pt modelId="{4DE020A0-2FEB-4EA9-926D-B45185EAF5B8}" type="pres">
      <dgm:prSet presAssocID="{05E91F95-06FB-43FA-83F7-119050861512}" presName="space" presStyleCnt="0"/>
      <dgm:spPr/>
    </dgm:pt>
    <dgm:pt modelId="{50E2C4C5-67CF-479E-B5E4-C52238041C37}" type="pres">
      <dgm:prSet presAssocID="{4C7C9D64-76AB-4458-9362-DA5CEA3CB9C4}" presName="linV" presStyleCnt="0"/>
      <dgm:spPr/>
    </dgm:pt>
    <dgm:pt modelId="{91D6B997-6742-42CA-9BAB-C13BE592C942}" type="pres">
      <dgm:prSet presAssocID="{4C7C9D64-76AB-4458-9362-DA5CEA3CB9C4}" presName="spVertical1" presStyleCnt="0"/>
      <dgm:spPr/>
    </dgm:pt>
    <dgm:pt modelId="{54743250-D404-4368-A0BB-8E7D50D3681C}" type="pres">
      <dgm:prSet presAssocID="{4C7C9D64-76AB-4458-9362-DA5CEA3CB9C4}" presName="parTx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094C4ED8-5D12-4AFD-B394-059E5EAAE839}" type="pres">
      <dgm:prSet presAssocID="{4C7C9D64-76AB-4458-9362-DA5CEA3CB9C4}" presName="spVertical2" presStyleCnt="0"/>
      <dgm:spPr/>
    </dgm:pt>
    <dgm:pt modelId="{C1824F66-DCC9-4573-8CBF-B99007CE5CF1}" type="pres">
      <dgm:prSet presAssocID="{4C7C9D64-76AB-4458-9362-DA5CEA3CB9C4}" presName="spVertical3" presStyleCnt="0"/>
      <dgm:spPr/>
    </dgm:pt>
    <dgm:pt modelId="{0DF3F1B5-2DA9-412F-85FD-152C2434C8B9}" type="pres">
      <dgm:prSet presAssocID="{4181EF53-B800-4E26-8954-AF565D3D7E73}" presName="padding2" presStyleCnt="0"/>
      <dgm:spPr/>
    </dgm:pt>
    <dgm:pt modelId="{6EA067AC-C721-4E1A-AC35-10C205BCF33B}" type="pres">
      <dgm:prSet presAssocID="{4181EF53-B800-4E26-8954-AF565D3D7E73}" presName="negArrow" presStyleCnt="0"/>
      <dgm:spPr/>
    </dgm:pt>
    <dgm:pt modelId="{59AA7114-C1D0-4273-8B5D-01A6B8B738E9}" type="pres">
      <dgm:prSet presAssocID="{4181EF53-B800-4E26-8954-AF565D3D7E73}" presName="backgroundArrow" presStyleLbl="node1" presStyleIdx="0" presStyleCnt="1" custLinFactNeighborX="60" custLinFactNeighborY="-2806"/>
      <dgm:spPr/>
    </dgm:pt>
  </dgm:ptLst>
  <dgm:cxnLst>
    <dgm:cxn modelId="{8DBC260A-CD9E-4BE8-BED5-B31D83210C64}" srcId="{4181EF53-B800-4E26-8954-AF565D3D7E73}" destId="{4C7C9D64-76AB-4458-9362-DA5CEA3CB9C4}" srcOrd="5" destOrd="0" parTransId="{4D2031B1-8376-46C5-812A-823BD4665AA2}" sibTransId="{B0AC2AB7-0A6D-4A57-B275-B2CBDC7CCBE1}"/>
    <dgm:cxn modelId="{ED9E3611-4177-42D5-B073-E84B5B9CA294}" type="presOf" srcId="{4C7C9D64-76AB-4458-9362-DA5CEA3CB9C4}" destId="{54743250-D404-4368-A0BB-8E7D50D3681C}" srcOrd="0" destOrd="0" presId="urn:microsoft.com/office/officeart/2005/8/layout/hProcess3"/>
    <dgm:cxn modelId="{0E0EDA13-0339-44E6-9130-D7EA873ABB57}" srcId="{4181EF53-B800-4E26-8954-AF565D3D7E73}" destId="{4EA9D9AE-A411-4FF9-BB5E-25D1898670FF}" srcOrd="4" destOrd="0" parTransId="{73A0F72C-011B-4B41-B93C-94AE985047B2}" sibTransId="{05E91F95-06FB-43FA-83F7-119050861512}"/>
    <dgm:cxn modelId="{BBBE3C3E-682F-46C3-B4CD-0F150BA485F9}" type="presOf" srcId="{17DD65AB-1303-4F40-89BD-07F997D1CD6F}" destId="{7FD03583-F8E7-412A-A65B-E96CE9555A60}" srcOrd="0" destOrd="0" presId="urn:microsoft.com/office/officeart/2005/8/layout/hProcess3"/>
    <dgm:cxn modelId="{8F84466B-E774-4F52-BDF0-6AA86D43180C}" type="presOf" srcId="{E1040F10-A59B-485B-ADC2-AC3C3AEFF06E}" destId="{28651E6A-85EF-4847-915D-E5EEEF8D92CA}" srcOrd="0" destOrd="0" presId="urn:microsoft.com/office/officeart/2005/8/layout/hProcess3"/>
    <dgm:cxn modelId="{675E055A-AB67-43A7-A943-DCB52B0725DF}" srcId="{4181EF53-B800-4E26-8954-AF565D3D7E73}" destId="{C7EA7112-3D56-4B7A-802A-AD6E65F80FE5}" srcOrd="3" destOrd="0" parTransId="{7E6E10AA-DB7B-4041-AA64-73654781A5AB}" sibTransId="{11A9C78E-3E3D-42B5-A24C-BD2BCEA55768}"/>
    <dgm:cxn modelId="{95B7D09D-188D-494A-89B6-72654D9D3663}" type="presOf" srcId="{4181EF53-B800-4E26-8954-AF565D3D7E73}" destId="{89ACF62E-DA8B-44AE-9EF1-7EDFB17208ED}" srcOrd="0" destOrd="0" presId="urn:microsoft.com/office/officeart/2005/8/layout/hProcess3"/>
    <dgm:cxn modelId="{4ED4EFA3-3722-4336-8634-AD9D3D357582}" type="presOf" srcId="{5924E59E-2B75-4ABA-9203-489E3835D9FB}" destId="{043A1E95-1065-4BC9-B716-63110587F845}" srcOrd="0" destOrd="0" presId="urn:microsoft.com/office/officeart/2005/8/layout/hProcess3"/>
    <dgm:cxn modelId="{788312B0-AEB8-46D9-B056-E6A0661F0D96}" srcId="{4181EF53-B800-4E26-8954-AF565D3D7E73}" destId="{17DD65AB-1303-4F40-89BD-07F997D1CD6F}" srcOrd="2" destOrd="0" parTransId="{2A6A7493-8E51-4899-BE12-77E53D717EE6}" sibTransId="{6DE2006F-52C0-4CC3-9400-711D8ECA523F}"/>
    <dgm:cxn modelId="{CEF937C3-5A18-4232-803B-84BD3AE55BFC}" srcId="{4181EF53-B800-4E26-8954-AF565D3D7E73}" destId="{5924E59E-2B75-4ABA-9203-489E3835D9FB}" srcOrd="1" destOrd="0" parTransId="{E81D88E4-871F-424F-96F7-9AB06909C8E9}" sibTransId="{BAA8604B-2D61-4C22-8649-541CA15B8F89}"/>
    <dgm:cxn modelId="{D2E82DD3-A8D3-4A20-8262-771C58A1DFC9}" type="presOf" srcId="{4EA9D9AE-A411-4FF9-BB5E-25D1898670FF}" destId="{BFA24CFD-1CA5-45BA-856C-9C1DD8C2D211}" srcOrd="0" destOrd="0" presId="urn:microsoft.com/office/officeart/2005/8/layout/hProcess3"/>
    <dgm:cxn modelId="{637B5CD6-8CD5-4D9B-9C09-E476BC26491D}" type="presOf" srcId="{C7EA7112-3D56-4B7A-802A-AD6E65F80FE5}" destId="{9D9E5B29-7321-47AB-9145-806F59742DF2}" srcOrd="0" destOrd="0" presId="urn:microsoft.com/office/officeart/2005/8/layout/hProcess3"/>
    <dgm:cxn modelId="{181C94E7-2BF2-48EA-949A-698D95DBBD4A}" srcId="{4181EF53-B800-4E26-8954-AF565D3D7E73}" destId="{E1040F10-A59B-485B-ADC2-AC3C3AEFF06E}" srcOrd="0" destOrd="0" parTransId="{202BEE8A-3D21-4D21-BAFF-52B87948C706}" sibTransId="{6513A1EF-AED7-4AA0-91D0-3DD88A25B0A3}"/>
    <dgm:cxn modelId="{46785CC2-4FCA-42CC-B952-A54AE2A6BA5E}" type="presParOf" srcId="{89ACF62E-DA8B-44AE-9EF1-7EDFB17208ED}" destId="{942D59B0-F0AB-4A70-8F5F-A451498444CA}" srcOrd="0" destOrd="0" presId="urn:microsoft.com/office/officeart/2005/8/layout/hProcess3"/>
    <dgm:cxn modelId="{C6C2438D-D45D-4579-81C5-9C198F9AE45F}" type="presParOf" srcId="{89ACF62E-DA8B-44AE-9EF1-7EDFB17208ED}" destId="{8CF276FD-A6CE-4BD3-A074-2A11D74AC032}" srcOrd="1" destOrd="0" presId="urn:microsoft.com/office/officeart/2005/8/layout/hProcess3"/>
    <dgm:cxn modelId="{270FEAF0-6EE8-40E3-9DEF-B65D602D3F22}" type="presParOf" srcId="{8CF276FD-A6CE-4BD3-A074-2A11D74AC032}" destId="{5D2E1ADD-314E-4613-84FF-1FB00606A713}" srcOrd="0" destOrd="0" presId="urn:microsoft.com/office/officeart/2005/8/layout/hProcess3"/>
    <dgm:cxn modelId="{62950DEA-228C-4F44-BC7D-30D31BDF0576}" type="presParOf" srcId="{8CF276FD-A6CE-4BD3-A074-2A11D74AC032}" destId="{2C8DC952-779E-4629-87BA-1472BD0C6BF8}" srcOrd="1" destOrd="0" presId="urn:microsoft.com/office/officeart/2005/8/layout/hProcess3"/>
    <dgm:cxn modelId="{1D9F5717-D2C0-4970-B99E-36FAF65E8A80}" type="presParOf" srcId="{2C8DC952-779E-4629-87BA-1472BD0C6BF8}" destId="{FAE44702-AEA7-4E91-906C-171192560FF5}" srcOrd="0" destOrd="0" presId="urn:microsoft.com/office/officeart/2005/8/layout/hProcess3"/>
    <dgm:cxn modelId="{6FA617CB-5B5D-4349-AF7A-12206B4464D0}" type="presParOf" srcId="{2C8DC952-779E-4629-87BA-1472BD0C6BF8}" destId="{28651E6A-85EF-4847-915D-E5EEEF8D92CA}" srcOrd="1" destOrd="0" presId="urn:microsoft.com/office/officeart/2005/8/layout/hProcess3"/>
    <dgm:cxn modelId="{ABC35697-B353-4D06-807C-39823922A591}" type="presParOf" srcId="{2C8DC952-779E-4629-87BA-1472BD0C6BF8}" destId="{D7F88E85-9DBD-4F60-BE83-744F2ECD7514}" srcOrd="2" destOrd="0" presId="urn:microsoft.com/office/officeart/2005/8/layout/hProcess3"/>
    <dgm:cxn modelId="{7768AEA2-987B-48C6-A20F-2FA28AC40B1D}" type="presParOf" srcId="{2C8DC952-779E-4629-87BA-1472BD0C6BF8}" destId="{5022C780-820B-43B8-8970-AF6B623B1E91}" srcOrd="3" destOrd="0" presId="urn:microsoft.com/office/officeart/2005/8/layout/hProcess3"/>
    <dgm:cxn modelId="{7BFBFE6C-1A50-42E5-A100-B404E65B773B}" type="presParOf" srcId="{8CF276FD-A6CE-4BD3-A074-2A11D74AC032}" destId="{D8F3893C-4DDE-4CDA-964F-94D84D862049}" srcOrd="2" destOrd="0" presId="urn:microsoft.com/office/officeart/2005/8/layout/hProcess3"/>
    <dgm:cxn modelId="{3FD8767E-9F76-45EB-85CB-2991952664FC}" type="presParOf" srcId="{8CF276FD-A6CE-4BD3-A074-2A11D74AC032}" destId="{F34DFB44-B3EB-4D0A-888F-25A84D5843F0}" srcOrd="3" destOrd="0" presId="urn:microsoft.com/office/officeart/2005/8/layout/hProcess3"/>
    <dgm:cxn modelId="{9205A90E-3B83-4786-87C5-BB1388AFD875}" type="presParOf" srcId="{F34DFB44-B3EB-4D0A-888F-25A84D5843F0}" destId="{BCF49024-54CE-4458-9BD8-46191E193026}" srcOrd="0" destOrd="0" presId="urn:microsoft.com/office/officeart/2005/8/layout/hProcess3"/>
    <dgm:cxn modelId="{607BBCDB-4707-4BDE-A9AB-9892B6868B44}" type="presParOf" srcId="{F34DFB44-B3EB-4D0A-888F-25A84D5843F0}" destId="{043A1E95-1065-4BC9-B716-63110587F845}" srcOrd="1" destOrd="0" presId="urn:microsoft.com/office/officeart/2005/8/layout/hProcess3"/>
    <dgm:cxn modelId="{B3E60FB3-CC5D-4106-A3BB-78152331C08E}" type="presParOf" srcId="{F34DFB44-B3EB-4D0A-888F-25A84D5843F0}" destId="{4D3B0B42-AB37-4FBC-9620-B7991916FECF}" srcOrd="2" destOrd="0" presId="urn:microsoft.com/office/officeart/2005/8/layout/hProcess3"/>
    <dgm:cxn modelId="{20D9524C-6D60-49BE-AFC5-E7B3D14BEEF1}" type="presParOf" srcId="{F34DFB44-B3EB-4D0A-888F-25A84D5843F0}" destId="{1610490A-E127-4A6A-B506-7597E2818DC0}" srcOrd="3" destOrd="0" presId="urn:microsoft.com/office/officeart/2005/8/layout/hProcess3"/>
    <dgm:cxn modelId="{7BF93222-F923-4952-9E3C-D7119E5E51D0}" type="presParOf" srcId="{8CF276FD-A6CE-4BD3-A074-2A11D74AC032}" destId="{D1150011-6FCB-4030-B4E4-4361DBD22A9B}" srcOrd="4" destOrd="0" presId="urn:microsoft.com/office/officeart/2005/8/layout/hProcess3"/>
    <dgm:cxn modelId="{441CADBF-9431-4475-A815-9C87215912E4}" type="presParOf" srcId="{8CF276FD-A6CE-4BD3-A074-2A11D74AC032}" destId="{380B6FF8-7A85-4859-A02B-BEAF008B1348}" srcOrd="5" destOrd="0" presId="urn:microsoft.com/office/officeart/2005/8/layout/hProcess3"/>
    <dgm:cxn modelId="{CE46F1FB-2BCA-494C-A4BF-E131D1B43B6C}" type="presParOf" srcId="{380B6FF8-7A85-4859-A02B-BEAF008B1348}" destId="{7DEAFED7-8722-4217-9BF3-58E521A5DAB1}" srcOrd="0" destOrd="0" presId="urn:microsoft.com/office/officeart/2005/8/layout/hProcess3"/>
    <dgm:cxn modelId="{5C766A06-3499-42E7-83CD-2ED9036583B2}" type="presParOf" srcId="{380B6FF8-7A85-4859-A02B-BEAF008B1348}" destId="{7FD03583-F8E7-412A-A65B-E96CE9555A60}" srcOrd="1" destOrd="0" presId="urn:microsoft.com/office/officeart/2005/8/layout/hProcess3"/>
    <dgm:cxn modelId="{6B56E3C9-52C4-496C-85B6-DDAC67F29F5E}" type="presParOf" srcId="{380B6FF8-7A85-4859-A02B-BEAF008B1348}" destId="{9251FD92-EB4F-4C31-AF30-94F1B705E676}" srcOrd="2" destOrd="0" presId="urn:microsoft.com/office/officeart/2005/8/layout/hProcess3"/>
    <dgm:cxn modelId="{9DB68FDE-3E16-4C68-AB00-2D6F5488F23A}" type="presParOf" srcId="{380B6FF8-7A85-4859-A02B-BEAF008B1348}" destId="{7358D92C-4104-458A-9817-9FA2DA89A10D}" srcOrd="3" destOrd="0" presId="urn:microsoft.com/office/officeart/2005/8/layout/hProcess3"/>
    <dgm:cxn modelId="{865F4D61-4C16-406A-B21E-5DE9108A122D}" type="presParOf" srcId="{8CF276FD-A6CE-4BD3-A074-2A11D74AC032}" destId="{1B7A771E-8E87-483C-ABE6-3DBDB700D94F}" srcOrd="6" destOrd="0" presId="urn:microsoft.com/office/officeart/2005/8/layout/hProcess3"/>
    <dgm:cxn modelId="{1AB3880E-28DE-49C4-BA92-6BB14ACA5C8F}" type="presParOf" srcId="{8CF276FD-A6CE-4BD3-A074-2A11D74AC032}" destId="{EF8BE3B0-DC71-4E69-856A-04316C7FAFE1}" srcOrd="7" destOrd="0" presId="urn:microsoft.com/office/officeart/2005/8/layout/hProcess3"/>
    <dgm:cxn modelId="{3A26C756-AF3F-42CE-A5C5-0DD68E97962F}" type="presParOf" srcId="{EF8BE3B0-DC71-4E69-856A-04316C7FAFE1}" destId="{CF8A239E-78E5-4347-8928-A8CBE0931B1A}" srcOrd="0" destOrd="0" presId="urn:microsoft.com/office/officeart/2005/8/layout/hProcess3"/>
    <dgm:cxn modelId="{F5C93B5D-C1C7-4BA5-9701-26D5EA2BF79C}" type="presParOf" srcId="{EF8BE3B0-DC71-4E69-856A-04316C7FAFE1}" destId="{9D9E5B29-7321-47AB-9145-806F59742DF2}" srcOrd="1" destOrd="0" presId="urn:microsoft.com/office/officeart/2005/8/layout/hProcess3"/>
    <dgm:cxn modelId="{95F9EBFB-0BB3-4102-B37A-987572DB8B9E}" type="presParOf" srcId="{EF8BE3B0-DC71-4E69-856A-04316C7FAFE1}" destId="{972D7A9C-97D2-4513-AC9D-B3BEF4882DB4}" srcOrd="2" destOrd="0" presId="urn:microsoft.com/office/officeart/2005/8/layout/hProcess3"/>
    <dgm:cxn modelId="{BFDC59F1-E27B-4559-AB0E-D12383A1A01C}" type="presParOf" srcId="{EF8BE3B0-DC71-4E69-856A-04316C7FAFE1}" destId="{F01F1C3A-2150-47B0-B4AC-5F91F63A3F65}" srcOrd="3" destOrd="0" presId="urn:microsoft.com/office/officeart/2005/8/layout/hProcess3"/>
    <dgm:cxn modelId="{433EA1B9-0683-4807-9BFF-DE55B418055E}" type="presParOf" srcId="{8CF276FD-A6CE-4BD3-A074-2A11D74AC032}" destId="{1D9C9D6C-DE60-44BC-89B2-6401A12A57B6}" srcOrd="8" destOrd="0" presId="urn:microsoft.com/office/officeart/2005/8/layout/hProcess3"/>
    <dgm:cxn modelId="{4DD65AB9-E8E2-4123-AACA-F7A31267227B}" type="presParOf" srcId="{8CF276FD-A6CE-4BD3-A074-2A11D74AC032}" destId="{CFA0EAA3-4545-4619-A57B-B130B1250495}" srcOrd="9" destOrd="0" presId="urn:microsoft.com/office/officeart/2005/8/layout/hProcess3"/>
    <dgm:cxn modelId="{C25AD72B-E838-48D4-88D2-DE22B408808D}" type="presParOf" srcId="{CFA0EAA3-4545-4619-A57B-B130B1250495}" destId="{DB59759D-12F9-4BFC-805C-B317F128A502}" srcOrd="0" destOrd="0" presId="urn:microsoft.com/office/officeart/2005/8/layout/hProcess3"/>
    <dgm:cxn modelId="{7E768A3E-59B3-4C80-8F8B-862B30C45133}" type="presParOf" srcId="{CFA0EAA3-4545-4619-A57B-B130B1250495}" destId="{BFA24CFD-1CA5-45BA-856C-9C1DD8C2D211}" srcOrd="1" destOrd="0" presId="urn:microsoft.com/office/officeart/2005/8/layout/hProcess3"/>
    <dgm:cxn modelId="{74756F1E-EE7B-47C9-9BC8-6F7A474B822F}" type="presParOf" srcId="{CFA0EAA3-4545-4619-A57B-B130B1250495}" destId="{36D89F05-B9C8-408E-BBA7-96C5EA5EFAA7}" srcOrd="2" destOrd="0" presId="urn:microsoft.com/office/officeart/2005/8/layout/hProcess3"/>
    <dgm:cxn modelId="{0CA6564D-77EB-4697-B4DE-63F7536A9026}" type="presParOf" srcId="{CFA0EAA3-4545-4619-A57B-B130B1250495}" destId="{9A6AA479-840F-4E80-A179-A0ED7562733A}" srcOrd="3" destOrd="0" presId="urn:microsoft.com/office/officeart/2005/8/layout/hProcess3"/>
    <dgm:cxn modelId="{0DAEB146-0953-478D-B06E-D1A713E8B6A7}" type="presParOf" srcId="{8CF276FD-A6CE-4BD3-A074-2A11D74AC032}" destId="{4DE020A0-2FEB-4EA9-926D-B45185EAF5B8}" srcOrd="10" destOrd="0" presId="urn:microsoft.com/office/officeart/2005/8/layout/hProcess3"/>
    <dgm:cxn modelId="{F64DBB87-EAAB-44CF-8C38-8B0C5A2D844D}" type="presParOf" srcId="{8CF276FD-A6CE-4BD3-A074-2A11D74AC032}" destId="{50E2C4C5-67CF-479E-B5E4-C52238041C37}" srcOrd="11" destOrd="0" presId="urn:microsoft.com/office/officeart/2005/8/layout/hProcess3"/>
    <dgm:cxn modelId="{85A1AEF7-52DE-407D-A4ED-9B97F20AE668}" type="presParOf" srcId="{50E2C4C5-67CF-479E-B5E4-C52238041C37}" destId="{91D6B997-6742-42CA-9BAB-C13BE592C942}" srcOrd="0" destOrd="0" presId="urn:microsoft.com/office/officeart/2005/8/layout/hProcess3"/>
    <dgm:cxn modelId="{FBE07269-9C37-47CF-9C95-14B45F93E8EE}" type="presParOf" srcId="{50E2C4C5-67CF-479E-B5E4-C52238041C37}" destId="{54743250-D404-4368-A0BB-8E7D50D3681C}" srcOrd="1" destOrd="0" presId="urn:microsoft.com/office/officeart/2005/8/layout/hProcess3"/>
    <dgm:cxn modelId="{9048CAD8-3067-4333-8B42-826C2A1CEB53}" type="presParOf" srcId="{50E2C4C5-67CF-479E-B5E4-C52238041C37}" destId="{094C4ED8-5D12-4AFD-B394-059E5EAAE839}" srcOrd="2" destOrd="0" presId="urn:microsoft.com/office/officeart/2005/8/layout/hProcess3"/>
    <dgm:cxn modelId="{E2CFD3DA-5DF6-43BB-94B0-B04D1934EF79}" type="presParOf" srcId="{50E2C4C5-67CF-479E-B5E4-C52238041C37}" destId="{C1824F66-DCC9-4573-8CBF-B99007CE5CF1}" srcOrd="3" destOrd="0" presId="urn:microsoft.com/office/officeart/2005/8/layout/hProcess3"/>
    <dgm:cxn modelId="{F40B3436-3343-4ABD-B98F-BB1471E7F61A}" type="presParOf" srcId="{8CF276FD-A6CE-4BD3-A074-2A11D74AC032}" destId="{0DF3F1B5-2DA9-412F-85FD-152C2434C8B9}" srcOrd="12" destOrd="0" presId="urn:microsoft.com/office/officeart/2005/8/layout/hProcess3"/>
    <dgm:cxn modelId="{EE974C10-916C-4634-8FC9-C7AF91E5CB27}" type="presParOf" srcId="{8CF276FD-A6CE-4BD3-A074-2A11D74AC032}" destId="{6EA067AC-C721-4E1A-AC35-10C205BCF33B}" srcOrd="13" destOrd="0" presId="urn:microsoft.com/office/officeart/2005/8/layout/hProcess3"/>
    <dgm:cxn modelId="{E5D327B6-5EAF-4876-AF5A-4C842A104D9A}" type="presParOf" srcId="{8CF276FD-A6CE-4BD3-A074-2A11D74AC032}" destId="{59AA7114-C1D0-4273-8B5D-01A6B8B738E9}" srcOrd="1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A7114-C1D0-4273-8B5D-01A6B8B738E9}">
      <dsp:nvSpPr>
        <dsp:cNvPr id="0" name=""/>
        <dsp:cNvSpPr/>
      </dsp:nvSpPr>
      <dsp:spPr>
        <a:xfrm>
          <a:off x="0" y="0"/>
          <a:ext cx="9805922" cy="2952000"/>
        </a:xfrm>
        <a:prstGeom prst="rightArrow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743250-D404-4368-A0BB-8E7D50D3681C}">
      <dsp:nvSpPr>
        <dsp:cNvPr id="0" name=""/>
        <dsp:cNvSpPr/>
      </dsp:nvSpPr>
      <dsp:spPr>
        <a:xfrm>
          <a:off x="7895563" y="741362"/>
          <a:ext cx="1170677" cy="14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Finetune our AI model</a:t>
          </a:r>
          <a:endParaRPr lang="en-AE" sz="1800" kern="1200"/>
        </a:p>
      </dsp:txBody>
      <dsp:txXfrm>
        <a:off x="7895563" y="741362"/>
        <a:ext cx="1170677" cy="1476000"/>
      </dsp:txXfrm>
    </dsp:sp>
    <dsp:sp modelId="{BFA24CFD-1CA5-45BA-856C-9C1DD8C2D211}">
      <dsp:nvSpPr>
        <dsp:cNvPr id="0" name=""/>
        <dsp:cNvSpPr/>
      </dsp:nvSpPr>
      <dsp:spPr>
        <a:xfrm>
          <a:off x="6490749" y="741362"/>
          <a:ext cx="1170677" cy="14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Record egocentric videos </a:t>
          </a:r>
          <a:endParaRPr lang="en-AE" sz="1800" kern="1200"/>
        </a:p>
      </dsp:txBody>
      <dsp:txXfrm>
        <a:off x="6490749" y="741362"/>
        <a:ext cx="1170677" cy="1476000"/>
      </dsp:txXfrm>
    </dsp:sp>
    <dsp:sp modelId="{9D9E5B29-7321-47AB-9145-806F59742DF2}">
      <dsp:nvSpPr>
        <dsp:cNvPr id="0" name=""/>
        <dsp:cNvSpPr/>
      </dsp:nvSpPr>
      <dsp:spPr>
        <a:xfrm>
          <a:off x="5085936" y="741362"/>
          <a:ext cx="1170677" cy="14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Configure recording device (HoloLens 2)</a:t>
          </a:r>
          <a:endParaRPr lang="en-AE" sz="1800" kern="1200"/>
        </a:p>
      </dsp:txBody>
      <dsp:txXfrm>
        <a:off x="5085936" y="741362"/>
        <a:ext cx="1170677" cy="1476000"/>
      </dsp:txXfrm>
    </dsp:sp>
    <dsp:sp modelId="{7FD03583-F8E7-412A-A65B-E96CE9555A60}">
      <dsp:nvSpPr>
        <dsp:cNvPr id="0" name=""/>
        <dsp:cNvSpPr/>
      </dsp:nvSpPr>
      <dsp:spPr>
        <a:xfrm>
          <a:off x="3681123" y="741362"/>
          <a:ext cx="1170677" cy="14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Select the data collection platform</a:t>
          </a:r>
          <a:endParaRPr lang="en-AE" sz="1800" kern="1200"/>
        </a:p>
      </dsp:txBody>
      <dsp:txXfrm>
        <a:off x="3681123" y="741362"/>
        <a:ext cx="1170677" cy="1476000"/>
      </dsp:txXfrm>
    </dsp:sp>
    <dsp:sp modelId="{043A1E95-1065-4BC9-B716-63110587F845}">
      <dsp:nvSpPr>
        <dsp:cNvPr id="0" name=""/>
        <dsp:cNvSpPr/>
      </dsp:nvSpPr>
      <dsp:spPr>
        <a:xfrm>
          <a:off x="2276310" y="741362"/>
          <a:ext cx="1170677" cy="14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Benchmark and select the best architecture</a:t>
          </a:r>
          <a:endParaRPr lang="en-AE" sz="1800" kern="1200"/>
        </a:p>
      </dsp:txBody>
      <dsp:txXfrm>
        <a:off x="2276310" y="741362"/>
        <a:ext cx="1170677" cy="1476000"/>
      </dsp:txXfrm>
    </dsp:sp>
    <dsp:sp modelId="{28651E6A-85EF-4847-915D-E5EEEF8D92CA}">
      <dsp:nvSpPr>
        <dsp:cNvPr id="0" name=""/>
        <dsp:cNvSpPr/>
      </dsp:nvSpPr>
      <dsp:spPr>
        <a:xfrm>
          <a:off x="788577" y="741362"/>
          <a:ext cx="1253596" cy="147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82880" rIns="0" bIns="1828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Develop AI architectures</a:t>
          </a:r>
          <a:endParaRPr lang="en-AE" sz="1800" kern="1200"/>
        </a:p>
      </dsp:txBody>
      <dsp:txXfrm>
        <a:off x="788577" y="741362"/>
        <a:ext cx="1253596" cy="1476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0C2BC2-9A80-4785-9F77-39CCCD6503E2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BB11A0-9C0D-4610-B5EE-994CCE570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9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CB37C666-26F7-4F2C-92CE-67B0C3E5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10983686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2F6C"/>
                </a:solidFill>
                <a:latin typeface="Aptos SemiBold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F76341-4282-6E92-E5C4-7B19444CA503}"/>
              </a:ext>
            </a:extLst>
          </p:cNvPr>
          <p:cNvGrpSpPr/>
          <p:nvPr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088008-B6B4-3C0F-C6FA-06158D9DE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110EBA-7F3C-ABFE-5131-BCF5E19F0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7BA708-6B5F-1D5C-2873-7CEFC3DF7B5D}"/>
              </a:ext>
            </a:extLst>
          </p:cNvPr>
          <p:cNvSpPr txBox="1"/>
          <p:nvPr/>
        </p:nvSpPr>
        <p:spPr>
          <a:xfrm>
            <a:off x="71253" y="6547104"/>
            <a:ext cx="3998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264778-C0F2-4A1D-870D-8751F1230773}" type="slidenum">
              <a:rPr lang="en-US" sz="800" smtClean="0">
                <a:solidFill>
                  <a:srgbClr val="003478"/>
                </a:solidFill>
              </a:rPr>
              <a:pPr algn="ctr"/>
              <a:t>‹#›</a:t>
            </a:fld>
            <a:endParaRPr lang="en-US" sz="800">
              <a:solidFill>
                <a:srgbClr val="0034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804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570CFE-0D40-4114-88B7-2BA43DB1F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59252" y="0"/>
            <a:ext cx="3732748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41C60BF-CFA2-410A-B843-9CEAFCB51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" y="1335024"/>
            <a:ext cx="7505700" cy="42052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800"/>
            </a:lvl1pPr>
            <a:lvl2pPr marL="4572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  <a:defRPr sz="1400"/>
            </a:lvl5pPr>
            <a:lvl6pPr marL="22860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None/>
              <a:defRPr sz="1400"/>
            </a:lvl6pPr>
          </a:lstStyle>
          <a:p>
            <a:pPr lvl="0"/>
            <a:r>
              <a:rPr lang="en-US"/>
              <a:t>Click to edit text</a:t>
            </a:r>
          </a:p>
          <a:p>
            <a:pPr lvl="0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F92B20-A5A6-4909-A73A-C6C85E980E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04671"/>
            <a:ext cx="6629400" cy="68436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003478"/>
                </a:solidFill>
                <a:latin typeface="Aptos SemiBold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2262C48F-4708-42DE-8E80-44A3B0CD34B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817055" y="2216427"/>
            <a:ext cx="2998301" cy="159026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latin typeface="Aptos Display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10A8ED32-609D-7C19-DC91-9420513683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599" y="5719303"/>
            <a:ext cx="7524308" cy="472518"/>
          </a:xfrm>
          <a:prstGeom prst="rect">
            <a:avLst/>
          </a:prstGeom>
          <a:solidFill>
            <a:srgbClr val="003478">
              <a:alpha val="10000"/>
            </a:srgbClr>
          </a:solidFill>
          <a:ln>
            <a:noFill/>
          </a:ln>
          <a:effectLst/>
          <a:scene3d>
            <a:camera prst="orthographicFront"/>
            <a:lightRig rig="brightRoom" dir="t">
              <a:rot lat="0" lon="0" rev="600000"/>
            </a:lightRig>
          </a:scene3d>
          <a:sp3d prstMaterial="metal"/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000" b="0" kern="1200" cap="none" spc="-10" baseline="0" dirty="0">
                <a:solidFill>
                  <a:srgbClr val="00347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message here.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FCAB81-8154-13EA-C04E-021F9D8F2C98}"/>
              </a:ext>
            </a:extLst>
          </p:cNvPr>
          <p:cNvGrpSpPr/>
          <p:nvPr/>
        </p:nvGrpSpPr>
        <p:grpSpPr>
          <a:xfrm>
            <a:off x="9133049" y="6372686"/>
            <a:ext cx="3058950" cy="485314"/>
            <a:chOff x="9133049" y="6372686"/>
            <a:chExt cx="3058950" cy="48531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7F3881-0CD4-BBC4-DE0D-7670831C26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049" y="6372686"/>
              <a:ext cx="3058950" cy="48531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78C58E0-9EB4-F7CA-5A9C-5B895CC67F66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9932126" y="6439118"/>
              <a:ext cx="2039112" cy="307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3349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3" y="-53793"/>
            <a:ext cx="12228271" cy="6894576"/>
          </a:xfrm>
          <a:prstGeom prst="rect">
            <a:avLst/>
          </a:prstGeom>
          <a:solidFill>
            <a:srgbClr val="073763"/>
          </a:solidFill>
        </p:spPr>
      </p:pic>
      <p:sp>
        <p:nvSpPr>
          <p:cNvPr id="8" name="TextBox 7"/>
          <p:cNvSpPr txBox="1"/>
          <p:nvPr/>
        </p:nvSpPr>
        <p:spPr>
          <a:xfrm>
            <a:off x="3423339" y="2885802"/>
            <a:ext cx="5711952" cy="14804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5400" b="1" i="0">
                <a:solidFill>
                  <a:srgbClr val="FFFFFF"/>
                </a:solidFill>
                <a:latin typeface="Aptos SemiBold" panose="020B0004020202020204" pitchFamily="34" charset="0"/>
              </a:rPr>
              <a:t>AI for Operations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3200" b="1">
                <a:solidFill>
                  <a:schemeClr val="accent1">
                    <a:lumMod val="20000"/>
                    <a:lumOff val="80000"/>
                  </a:schemeClr>
                </a:solidFill>
                <a:latin typeface="Aptos SemiBold" panose="020B0004020202020204" pitchFamily="34" charset="0"/>
              </a:rPr>
              <a:t>Build &amp; Assembly Verification</a:t>
            </a:r>
            <a:endParaRPr lang="en-US" sz="3200" b="1" i="0">
              <a:solidFill>
                <a:schemeClr val="accent1">
                  <a:lumMod val="20000"/>
                  <a:lumOff val="80000"/>
                </a:schemeClr>
              </a:solidFill>
              <a:latin typeface="Aptos SemiBold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5DE47-1EA6-5C45-8111-49F0B9AD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45A9E9-4C94-3043-6FCD-7054857B5930}"/>
              </a:ext>
            </a:extLst>
          </p:cNvPr>
          <p:cNvSpPr/>
          <p:nvPr/>
        </p:nvSpPr>
        <p:spPr>
          <a:xfrm>
            <a:off x="2693958" y="1763141"/>
            <a:ext cx="2883882" cy="731024"/>
          </a:xfrm>
          <a:prstGeom prst="roundRect">
            <a:avLst>
              <a:gd name="adj" fmla="val 712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Andrew Modjeski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639CDA-99A8-71A2-2881-63E3CEEB6789}"/>
              </a:ext>
            </a:extLst>
          </p:cNvPr>
          <p:cNvSpPr/>
          <p:nvPr/>
        </p:nvSpPr>
        <p:spPr>
          <a:xfrm>
            <a:off x="6614160" y="1756931"/>
            <a:ext cx="2883883" cy="743444"/>
          </a:xfrm>
          <a:prstGeom prst="roundRect">
            <a:avLst>
              <a:gd name="adj" fmla="val 853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Jean-Pierre Njock II</a:t>
            </a:r>
            <a:endParaRPr lang="en-US">
              <a:solidFill>
                <a:schemeClr val="accent1">
                  <a:lumMod val="50000"/>
                </a:schemeClr>
              </a:solidFill>
              <a:latin typeface="Avenir Next LT Pro Demi" panose="020B07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49191D-E333-964E-9835-08C1C6B3808B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C9C080-D504-9F4D-013D-79B8CAEFD2A0}"/>
              </a:ext>
            </a:extLst>
          </p:cNvPr>
          <p:cNvSpPr/>
          <p:nvPr/>
        </p:nvSpPr>
        <p:spPr>
          <a:xfrm>
            <a:off x="1429455" y="4923721"/>
            <a:ext cx="2883882" cy="731024"/>
          </a:xfrm>
          <a:prstGeom prst="roundRect">
            <a:avLst>
              <a:gd name="adj" fmla="val 9205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Nahom Tesfu</a:t>
            </a:r>
          </a:p>
          <a:p>
            <a:pPr algn="ctr"/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</a:rPr>
              <a:t>Team Member</a:t>
            </a:r>
            <a:endParaRPr lang="en-US" sz="140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F92E38-78BF-4562-A466-9B0A82BB009A}"/>
              </a:ext>
            </a:extLst>
          </p:cNvPr>
          <p:cNvSpPr/>
          <p:nvPr/>
        </p:nvSpPr>
        <p:spPr>
          <a:xfrm>
            <a:off x="4577083" y="4911301"/>
            <a:ext cx="2883883" cy="743444"/>
          </a:xfrm>
          <a:prstGeom prst="roundRect">
            <a:avLst>
              <a:gd name="adj" fmla="val 7512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Ketan More</a:t>
            </a:r>
          </a:p>
          <a:p>
            <a:pPr algn="ctr"/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</a:rPr>
              <a:t>Team Member</a:t>
            </a:r>
            <a:endParaRPr lang="en-US" sz="160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C7DDC0-8F3B-272B-8CF6-8CE7F5304FEF}"/>
              </a:ext>
            </a:extLst>
          </p:cNvPr>
          <p:cNvSpPr/>
          <p:nvPr/>
        </p:nvSpPr>
        <p:spPr>
          <a:xfrm>
            <a:off x="7715380" y="4923721"/>
            <a:ext cx="2883883" cy="743444"/>
          </a:xfrm>
          <a:prstGeom prst="roundRect">
            <a:avLst>
              <a:gd name="adj" fmla="val 8537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Dhyey </a:t>
            </a:r>
            <a:r>
              <a:rPr lang="en-US" sz="2000" b="1" err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Vank</a:t>
            </a:r>
            <a:endParaRPr lang="en-US" sz="2000" b="1">
              <a:solidFill>
                <a:schemeClr val="accent1">
                  <a:lumMod val="50000"/>
                </a:schemeClr>
              </a:solidFill>
              <a:latin typeface="Avenir Next LT Pro Demi" panose="020B0704020202020204" pitchFamily="34" charset="0"/>
            </a:endParaRPr>
          </a:p>
          <a:p>
            <a:pPr algn="ctr"/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</a:rPr>
              <a:t>Team Member</a:t>
            </a:r>
            <a:endParaRPr lang="en-US" sz="160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1C2219-EA12-23AE-BB17-03D149E8D708}"/>
              </a:ext>
            </a:extLst>
          </p:cNvPr>
          <p:cNvSpPr/>
          <p:nvPr/>
        </p:nvSpPr>
        <p:spPr>
          <a:xfrm>
            <a:off x="4577083" y="3340326"/>
            <a:ext cx="2883882" cy="731024"/>
          </a:xfrm>
          <a:prstGeom prst="roundRect">
            <a:avLst>
              <a:gd name="adj" fmla="val 9205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venir Next LT Pro Demi" panose="020B0704020202020204" pitchFamily="34" charset="0"/>
              </a:rPr>
              <a:t>Sana Hafez</a:t>
            </a:r>
          </a:p>
          <a:p>
            <a:pPr algn="ctr"/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Team Lead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CBB2160C-DD08-CE70-AE77-4875128D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409"/>
            <a:ext cx="6492599" cy="684362"/>
          </a:xfrm>
        </p:spPr>
        <p:txBody>
          <a:bodyPr/>
          <a:lstStyle/>
          <a:p>
            <a:pPr lvl="0" algn="l"/>
            <a:r>
              <a:rPr lang="en-US" noProof="0">
                <a:solidFill>
                  <a:schemeClr val="tx1"/>
                </a:solidFill>
              </a:rPr>
              <a:t>AIOps | </a:t>
            </a:r>
            <a:r>
              <a:rPr lang="en-US" noProof="0">
                <a:solidFill>
                  <a:schemeClr val="accent1">
                    <a:lumMod val="40000"/>
                    <a:lumOff val="60000"/>
                  </a:schemeClr>
                </a:solidFill>
              </a:rPr>
              <a:t>Team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9B0B25-315E-19F8-574E-70093388DF42}"/>
              </a:ext>
            </a:extLst>
          </p:cNvPr>
          <p:cNvSpPr txBox="1"/>
          <p:nvPr/>
        </p:nvSpPr>
        <p:spPr>
          <a:xfrm>
            <a:off x="2693957" y="2126063"/>
            <a:ext cx="28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Mentor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28872-BE65-1526-7978-3A8420189CDE}"/>
              </a:ext>
            </a:extLst>
          </p:cNvPr>
          <p:cNvSpPr txBox="1"/>
          <p:nvPr/>
        </p:nvSpPr>
        <p:spPr>
          <a:xfrm>
            <a:off x="6549494" y="2126063"/>
            <a:ext cx="288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  <a:latin typeface="Aptos Display" panose="020B0004020202020204" pitchFamily="34" charset="0"/>
              </a:rPr>
              <a:t>Mentor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B4F1016-4D12-3CBD-CDA5-CDF9CD4C4075}"/>
              </a:ext>
            </a:extLst>
          </p:cNvPr>
          <p:cNvCxnSpPr>
            <a:stCxn id="16" idx="2"/>
            <a:endCxn id="11" idx="0"/>
          </p:cNvCxnSpPr>
          <p:nvPr/>
        </p:nvCxnSpPr>
        <p:spPr>
          <a:xfrm rot="5400000">
            <a:off x="4019025" y="2923721"/>
            <a:ext cx="852371" cy="3147628"/>
          </a:xfrm>
          <a:prstGeom prst="bent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D450DD7-C52C-1402-02C4-33319B96029E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 rot="16200000" flipH="1">
            <a:off x="7161988" y="2928386"/>
            <a:ext cx="852371" cy="313829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9303CF4-D510-8091-681A-30164F968D66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5603068" y="4493657"/>
            <a:ext cx="833602" cy="1687"/>
          </a:xfrm>
          <a:prstGeom prst="bent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8C896C2-02BA-A919-0AB1-49096E4AD36B}"/>
              </a:ext>
            </a:extLst>
          </p:cNvPr>
          <p:cNvCxnSpPr>
            <a:cxnSpLocks/>
            <a:stCxn id="3" idx="3"/>
            <a:endCxn id="16" idx="0"/>
          </p:cNvCxnSpPr>
          <p:nvPr/>
        </p:nvCxnSpPr>
        <p:spPr>
          <a:xfrm>
            <a:off x="5577840" y="2128653"/>
            <a:ext cx="441184" cy="1211673"/>
          </a:xfrm>
          <a:prstGeom prst="bent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A792DBD-1FB8-56BE-7F00-597505F586CB}"/>
              </a:ext>
            </a:extLst>
          </p:cNvPr>
          <p:cNvCxnSpPr>
            <a:cxnSpLocks/>
            <a:stCxn id="4" idx="1"/>
            <a:endCxn id="16" idx="0"/>
          </p:cNvCxnSpPr>
          <p:nvPr/>
        </p:nvCxnSpPr>
        <p:spPr>
          <a:xfrm rot="10800000" flipV="1">
            <a:off x="6019024" y="2128652"/>
            <a:ext cx="595136" cy="1211673"/>
          </a:xfrm>
          <a:prstGeom prst="bent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72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A5F3D-CD2E-8884-F263-6ACB506F2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3F67E5-1316-28C7-B14D-43FA33541633}"/>
              </a:ext>
            </a:extLst>
          </p:cNvPr>
          <p:cNvSpPr/>
          <p:nvPr/>
        </p:nvSpPr>
        <p:spPr>
          <a:xfrm>
            <a:off x="8488913" y="1509769"/>
            <a:ext cx="3294386" cy="3555224"/>
          </a:xfrm>
          <a:prstGeom prst="roundRect">
            <a:avLst>
              <a:gd name="adj" fmla="val 1162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2000" b="1">
              <a:solidFill>
                <a:schemeClr val="accent1">
                  <a:lumMod val="50000"/>
                </a:schemeClr>
              </a:solidFill>
              <a:latin typeface="Avenir Next LT Pro Dem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74C411-9BB3-4E60-FC9E-00E2C392D2E0}"/>
              </a:ext>
            </a:extLst>
          </p:cNvPr>
          <p:cNvSpPr/>
          <p:nvPr/>
        </p:nvSpPr>
        <p:spPr>
          <a:xfrm>
            <a:off x="7927252" y="2355136"/>
            <a:ext cx="3294387" cy="3555224"/>
          </a:xfrm>
          <a:prstGeom prst="roundRect">
            <a:avLst>
              <a:gd name="adj" fmla="val 9939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2000" b="1">
              <a:solidFill>
                <a:schemeClr val="accent1">
                  <a:lumMod val="50000"/>
                </a:schemeClr>
              </a:solidFill>
              <a:latin typeface="Avenir Next LT Pro Demi"/>
            </a:endParaRP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296C4FAB-F787-64C4-E355-35A58CDA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09" y="3349"/>
            <a:ext cx="12196282" cy="948423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4000">
                <a:solidFill>
                  <a:schemeClr val="tx1"/>
                </a:solidFill>
                <a:latin typeface="Aptos SemiBold"/>
                <a:cs typeface="Arial"/>
              </a:rPr>
              <a:t>AI for Operations | </a:t>
            </a:r>
            <a:r>
              <a:rPr lang="en-US" sz="2000">
                <a:solidFill>
                  <a:schemeClr val="accent1">
                    <a:lumMod val="20000"/>
                    <a:lumOff val="80000"/>
                  </a:schemeClr>
                </a:solidFill>
                <a:latin typeface="Aptos SemiBold"/>
                <a:cs typeface="Arial"/>
              </a:rPr>
              <a:t>Build &amp; Assembly Verification</a:t>
            </a:r>
            <a:endParaRPr lang="en-US" sz="2000" b="0">
              <a:solidFill>
                <a:schemeClr val="accent1">
                  <a:lumMod val="20000"/>
                  <a:lumOff val="80000"/>
                </a:schemeClr>
              </a:solidFill>
              <a:latin typeface="Aptos SemiBold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DB62BD-54EB-4FDA-F33D-45EABA65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424" y="3795981"/>
            <a:ext cx="3226044" cy="2083044"/>
          </a:xfrm>
          <a:prstGeom prst="round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3FF968-240B-DCE9-2FB3-05EF9DA70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843" y="1616639"/>
            <a:ext cx="3184525" cy="2175119"/>
          </a:xfrm>
          <a:prstGeom prst="roundRect">
            <a:avLst>
              <a:gd name="adj" fmla="val 9448"/>
            </a:avLst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FDD3B26-E9BA-D551-F750-4681A74FAB4E}"/>
              </a:ext>
            </a:extLst>
          </p:cNvPr>
          <p:cNvSpPr txBox="1"/>
          <p:nvPr/>
        </p:nvSpPr>
        <p:spPr>
          <a:xfrm>
            <a:off x="1195379" y="1106977"/>
            <a:ext cx="52756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D8D8D8"/>
                </a:solidFill>
                <a:latin typeface="Aptos SemiBold"/>
              </a:rPr>
              <a:t>Problems faced on manual assembly line:</a:t>
            </a:r>
            <a:endParaRPr lang="en-US" sz="2000">
              <a:latin typeface="Aptos SemiBold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72F32A-1767-2E4D-38A2-584916D97BED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" name="Rounded Rectangle 6">
            <a:extLst>
              <a:ext uri="{FF2B5EF4-FFF2-40B4-BE49-F238E27FC236}">
                <a16:creationId xmlns:a16="http://schemas.microsoft.com/office/drawing/2014/main" id="{7F8E7C09-8654-4EB0-AB38-55AE5B2F7F85}"/>
              </a:ext>
            </a:extLst>
          </p:cNvPr>
          <p:cNvSpPr/>
          <p:nvPr/>
        </p:nvSpPr>
        <p:spPr>
          <a:xfrm>
            <a:off x="499932" y="1691671"/>
            <a:ext cx="6446520" cy="1051560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05FEFC-A125-50C4-0DFE-B5936619E4F1}"/>
              </a:ext>
            </a:extLst>
          </p:cNvPr>
          <p:cNvSpPr/>
          <p:nvPr/>
        </p:nvSpPr>
        <p:spPr>
          <a:xfrm>
            <a:off x="685329" y="1871577"/>
            <a:ext cx="621792" cy="621792"/>
          </a:xfrm>
          <a:prstGeom prst="ellipse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1932F37-6680-2BFB-E2EC-6E7146F28A2E}"/>
              </a:ext>
            </a:extLst>
          </p:cNvPr>
          <p:cNvSpPr txBox="1"/>
          <p:nvPr/>
        </p:nvSpPr>
        <p:spPr>
          <a:xfrm>
            <a:off x="681278" y="1870828"/>
            <a:ext cx="621792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5233D"/>
                </a:solidFill>
                <a:latin typeface="Aptos"/>
              </a:rPr>
              <a:t>1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3D2ADC1-4B78-1E31-9AB1-14F7408931D9}"/>
              </a:ext>
            </a:extLst>
          </p:cNvPr>
          <p:cNvSpPr txBox="1"/>
          <p:nvPr/>
        </p:nvSpPr>
        <p:spPr>
          <a:xfrm>
            <a:off x="1505772" y="1713155"/>
            <a:ext cx="4983480" cy="4247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A3A60"/>
                </a:solidFill>
                <a:ea typeface="+mn-lt"/>
                <a:cs typeface="+mn-lt"/>
              </a:rPr>
              <a:t>Assembly Errors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DBCB550D-1ABC-D9D7-1219-5C98190872EF}"/>
              </a:ext>
            </a:extLst>
          </p:cNvPr>
          <p:cNvSpPr/>
          <p:nvPr/>
        </p:nvSpPr>
        <p:spPr>
          <a:xfrm>
            <a:off x="499932" y="2953543"/>
            <a:ext cx="6446520" cy="1051560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EE1B64-C5CC-62A6-7198-CC48FE9C455E}"/>
              </a:ext>
            </a:extLst>
          </p:cNvPr>
          <p:cNvSpPr/>
          <p:nvPr/>
        </p:nvSpPr>
        <p:spPr>
          <a:xfrm>
            <a:off x="682812" y="3163855"/>
            <a:ext cx="621792" cy="621792"/>
          </a:xfrm>
          <a:prstGeom prst="ellipse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B96C9128-BF3D-7AA6-5320-339FE3232A32}"/>
              </a:ext>
            </a:extLst>
          </p:cNvPr>
          <p:cNvSpPr txBox="1"/>
          <p:nvPr/>
        </p:nvSpPr>
        <p:spPr>
          <a:xfrm>
            <a:off x="682812" y="3154711"/>
            <a:ext cx="621792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5233D"/>
                </a:solidFill>
                <a:latin typeface="Aptos"/>
              </a:rPr>
              <a:t>2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81A8FF63-702C-904C-86F4-8505D07CA856}"/>
              </a:ext>
            </a:extLst>
          </p:cNvPr>
          <p:cNvSpPr txBox="1"/>
          <p:nvPr/>
        </p:nvSpPr>
        <p:spPr>
          <a:xfrm>
            <a:off x="1487581" y="2942345"/>
            <a:ext cx="4983480" cy="4247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A3A60"/>
                </a:solidFill>
                <a:ea typeface="+mn-lt"/>
                <a:cs typeface="+mn-lt"/>
              </a:rPr>
              <a:t>Increasing System Complexity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E259A6ED-C4A6-1413-C408-C308A717E023}"/>
              </a:ext>
            </a:extLst>
          </p:cNvPr>
          <p:cNvSpPr txBox="1"/>
          <p:nvPr/>
        </p:nvSpPr>
        <p:spPr>
          <a:xfrm>
            <a:off x="1505772" y="3391304"/>
            <a:ext cx="5074920" cy="3631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112D46"/>
                </a:solidFill>
                <a:ea typeface="+mn-lt"/>
                <a:cs typeface="+mn-lt"/>
              </a:rPr>
              <a:t>More components and steps become harder to track.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B62CCA8A-C541-D7B9-DB88-5D2AFA1F5605}"/>
              </a:ext>
            </a:extLst>
          </p:cNvPr>
          <p:cNvSpPr/>
          <p:nvPr/>
        </p:nvSpPr>
        <p:spPr>
          <a:xfrm>
            <a:off x="499932" y="4215415"/>
            <a:ext cx="6446520" cy="1051560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AC2804A-1CCB-E85A-9A46-F9E1440F5480}"/>
              </a:ext>
            </a:extLst>
          </p:cNvPr>
          <p:cNvSpPr/>
          <p:nvPr/>
        </p:nvSpPr>
        <p:spPr>
          <a:xfrm>
            <a:off x="682812" y="4425727"/>
            <a:ext cx="621792" cy="621792"/>
          </a:xfrm>
          <a:prstGeom prst="ellipse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C22213E7-3705-A9B0-D63E-8DCE1DA4658A}"/>
              </a:ext>
            </a:extLst>
          </p:cNvPr>
          <p:cNvSpPr txBox="1"/>
          <p:nvPr/>
        </p:nvSpPr>
        <p:spPr>
          <a:xfrm>
            <a:off x="682812" y="4416583"/>
            <a:ext cx="621792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5233D"/>
                </a:solidFill>
                <a:latin typeface="Aptos"/>
              </a:rPr>
              <a:t>3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C7D04AA4-63CB-769C-4E44-0F32C66B2A00}"/>
              </a:ext>
            </a:extLst>
          </p:cNvPr>
          <p:cNvSpPr txBox="1"/>
          <p:nvPr/>
        </p:nvSpPr>
        <p:spPr>
          <a:xfrm>
            <a:off x="1505772" y="4267078"/>
            <a:ext cx="4983480" cy="4247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0A3A60"/>
                </a:solidFill>
                <a:ea typeface="+mn-lt"/>
                <a:cs typeface="+mn-lt"/>
              </a:rPr>
              <a:t>Late Error Detection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1B1E4A7F-C611-C002-DEFA-823E36DC9407}"/>
              </a:ext>
            </a:extLst>
          </p:cNvPr>
          <p:cNvSpPr txBox="1"/>
          <p:nvPr/>
        </p:nvSpPr>
        <p:spPr>
          <a:xfrm>
            <a:off x="1505772" y="4660944"/>
            <a:ext cx="5361613" cy="3631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112D46"/>
                </a:solidFill>
                <a:ea typeface="+mn-lt"/>
                <a:cs typeface="+mn-lt"/>
              </a:rPr>
              <a:t>Errors found </a:t>
            </a:r>
            <a:r>
              <a:rPr lang="en-US" sz="1400" b="0">
                <a:solidFill>
                  <a:srgbClr val="112D46"/>
                </a:solidFill>
                <a:ea typeface="+mn-lt"/>
                <a:cs typeface="+mn-lt"/>
              </a:rPr>
              <a:t>later </a:t>
            </a:r>
            <a:r>
              <a:rPr lang="en-US" sz="1400">
                <a:solidFill>
                  <a:srgbClr val="112D46"/>
                </a:solidFill>
                <a:ea typeface="+mn-lt"/>
                <a:cs typeface="+mn-lt"/>
              </a:rPr>
              <a:t>cause costly rework and delays</a:t>
            </a:r>
            <a:r>
              <a:rPr lang="en-US" sz="1400" b="0">
                <a:solidFill>
                  <a:srgbClr val="112D4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3" name="Rounded Rectangle 25">
            <a:extLst>
              <a:ext uri="{FF2B5EF4-FFF2-40B4-BE49-F238E27FC236}">
                <a16:creationId xmlns:a16="http://schemas.microsoft.com/office/drawing/2014/main" id="{35E163A1-EAFB-9E6A-6B39-38645F9792E3}"/>
              </a:ext>
            </a:extLst>
          </p:cNvPr>
          <p:cNvSpPr/>
          <p:nvPr/>
        </p:nvSpPr>
        <p:spPr>
          <a:xfrm>
            <a:off x="484844" y="6279967"/>
            <a:ext cx="6544599" cy="502920"/>
          </a:xfrm>
          <a:prstGeom prst="roundRect">
            <a:avLst/>
          </a:prstGeom>
          <a:solidFill>
            <a:srgbClr val="05233D"/>
          </a:solidFill>
          <a:ln>
            <a:solidFill>
              <a:srgbClr val="68B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5FEAE18C-1C88-995B-B194-5FD2D571C9A3}"/>
              </a:ext>
            </a:extLst>
          </p:cNvPr>
          <p:cNvSpPr txBox="1"/>
          <p:nvPr/>
        </p:nvSpPr>
        <p:spPr>
          <a:xfrm>
            <a:off x="667724" y="6335674"/>
            <a:ext cx="6171294" cy="409343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6D8F7"/>
                </a:solidFill>
                <a:latin typeface="Georgia"/>
              </a:rPr>
              <a:t>“Humans will always make mistakes.”</a:t>
            </a:r>
          </a:p>
        </p:txBody>
      </p:sp>
      <p:sp>
        <p:nvSpPr>
          <p:cNvPr id="5" name="Rounded Rectangle 16">
            <a:extLst>
              <a:ext uri="{FF2B5EF4-FFF2-40B4-BE49-F238E27FC236}">
                <a16:creationId xmlns:a16="http://schemas.microsoft.com/office/drawing/2014/main" id="{6C859175-29B1-878C-0CAA-6165B9785B16}"/>
              </a:ext>
            </a:extLst>
          </p:cNvPr>
          <p:cNvSpPr/>
          <p:nvPr/>
        </p:nvSpPr>
        <p:spPr>
          <a:xfrm>
            <a:off x="484842" y="5475355"/>
            <a:ext cx="1897156" cy="644154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CFB391B2-B5A7-5AB3-3C50-206129B865B3}"/>
              </a:ext>
            </a:extLst>
          </p:cNvPr>
          <p:cNvSpPr/>
          <p:nvPr/>
        </p:nvSpPr>
        <p:spPr>
          <a:xfrm>
            <a:off x="2808564" y="5475354"/>
            <a:ext cx="1897156" cy="644154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4B7BE8E1-69BB-9EB8-073F-5727AF8E80E9}"/>
              </a:ext>
            </a:extLst>
          </p:cNvPr>
          <p:cNvSpPr/>
          <p:nvPr/>
        </p:nvSpPr>
        <p:spPr>
          <a:xfrm>
            <a:off x="5041753" y="5475355"/>
            <a:ext cx="1897156" cy="644154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69E2BCC4-E078-D9AC-68F2-46BFDA8A26CE}"/>
              </a:ext>
            </a:extLst>
          </p:cNvPr>
          <p:cNvSpPr txBox="1"/>
          <p:nvPr/>
        </p:nvSpPr>
        <p:spPr>
          <a:xfrm>
            <a:off x="487258" y="5444028"/>
            <a:ext cx="1905301" cy="7017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0A3A60"/>
                </a:solidFill>
                <a:ea typeface="+mn-lt"/>
                <a:cs typeface="+mn-lt"/>
              </a:rPr>
              <a:t>Verification Downtime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F058A145-59FC-CB7E-605B-3FDA92FADDC3}"/>
              </a:ext>
            </a:extLst>
          </p:cNvPr>
          <p:cNvSpPr txBox="1"/>
          <p:nvPr/>
        </p:nvSpPr>
        <p:spPr>
          <a:xfrm>
            <a:off x="2795891" y="5582526"/>
            <a:ext cx="1905301" cy="4247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0A3A60"/>
                </a:solidFill>
                <a:ea typeface="+mn-lt"/>
                <a:cs typeface="+mn-lt"/>
              </a:rPr>
              <a:t>Extra Costs</a:t>
            </a:r>
            <a:endParaRPr lang="en-US"/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BE96D381-3C97-3481-F6F4-225CCE833711}"/>
              </a:ext>
            </a:extLst>
          </p:cNvPr>
          <p:cNvSpPr txBox="1"/>
          <p:nvPr/>
        </p:nvSpPr>
        <p:spPr>
          <a:xfrm>
            <a:off x="5044169" y="5582527"/>
            <a:ext cx="1905301" cy="4247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0A3A60"/>
                </a:solidFill>
                <a:ea typeface="+mn-lt"/>
                <a:cs typeface="+mn-lt"/>
              </a:rPr>
              <a:t>Wasted Resources</a:t>
            </a:r>
            <a:endParaRPr lang="en-US"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4D981D2F-E6E8-249A-F2F2-BB7D6851C043}"/>
              </a:ext>
            </a:extLst>
          </p:cNvPr>
          <p:cNvSpPr txBox="1"/>
          <p:nvPr/>
        </p:nvSpPr>
        <p:spPr>
          <a:xfrm>
            <a:off x="1505771" y="2123819"/>
            <a:ext cx="5074920" cy="3631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112D46"/>
                </a:solidFill>
                <a:ea typeface="+mn-lt"/>
                <a:cs typeface="+mn-lt"/>
              </a:rPr>
              <a:t>Wrong parts, incorrect placement, or skipped steps.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5374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2B208-C71F-A42E-7601-F2039424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24868F-9A64-2ACC-AB38-830E4AA0856E}"/>
              </a:ext>
            </a:extLst>
          </p:cNvPr>
          <p:cNvSpPr/>
          <p:nvPr/>
        </p:nvSpPr>
        <p:spPr>
          <a:xfrm>
            <a:off x="7699365" y="1393925"/>
            <a:ext cx="3792384" cy="4533675"/>
          </a:xfrm>
          <a:prstGeom prst="roundRect">
            <a:avLst>
              <a:gd name="adj" fmla="val 7281"/>
            </a:avLst>
          </a:prstGeom>
          <a:solidFill>
            <a:srgbClr val="FCFCFC"/>
          </a:solidFill>
          <a:ln>
            <a:noFill/>
          </a:ln>
          <a:effectLst>
            <a:outerShdw blurRad="63500" sx="102000" sy="102000" algn="ctr" rotWithShape="0">
              <a:schemeClr val="tx2">
                <a:lumMod val="60000"/>
                <a:lumOff val="40000"/>
                <a:alpha val="40000"/>
              </a:scheme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2000" b="1">
              <a:solidFill>
                <a:schemeClr val="accent1">
                  <a:lumMod val="50000"/>
                </a:schemeClr>
              </a:solidFill>
              <a:latin typeface="Avenir Next LT Pro Dem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A834E6-0001-98C9-AAEE-56811BE86D34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0" name="Title 2">
            <a:extLst>
              <a:ext uri="{FF2B5EF4-FFF2-40B4-BE49-F238E27FC236}">
                <a16:creationId xmlns:a16="http://schemas.microsoft.com/office/drawing/2014/main" id="{B4EB25CB-A831-A0E0-6923-835DBAF2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78" y="242122"/>
            <a:ext cx="6492599" cy="684362"/>
          </a:xfrm>
        </p:spPr>
        <p:txBody>
          <a:bodyPr/>
          <a:lstStyle/>
          <a:p>
            <a:pPr algn="l"/>
            <a:r>
              <a:rPr lang="en-US" noProof="0">
                <a:solidFill>
                  <a:schemeClr val="tx1"/>
                </a:solidFill>
                <a:latin typeface="Aptos SemiBold"/>
                <a:cs typeface="Arial"/>
              </a:rPr>
              <a:t>AIOps</a:t>
            </a:r>
            <a:r>
              <a:rPr lang="en-US">
                <a:solidFill>
                  <a:schemeClr val="tx1"/>
                </a:solidFill>
                <a:latin typeface="Aptos SemiBold"/>
                <a:cs typeface="Arial"/>
              </a:rPr>
              <a:t> | 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  <a:latin typeface="Aptos SemiBold"/>
                <a:cs typeface="Arial"/>
              </a:rPr>
              <a:t>Value</a:t>
            </a:r>
            <a:endParaRPr lang="en-US" noProof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97121-335D-BA2F-38E1-C99E68081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291" y="1513321"/>
            <a:ext cx="3619588" cy="4304109"/>
          </a:xfrm>
          <a:prstGeom prst="roundRect">
            <a:avLst>
              <a:gd name="adj" fmla="val 6139"/>
            </a:avLst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BF4CF5BA-B22C-E1EF-CA5B-35CC3877EEA0}"/>
              </a:ext>
            </a:extLst>
          </p:cNvPr>
          <p:cNvGrpSpPr/>
          <p:nvPr/>
        </p:nvGrpSpPr>
        <p:grpSpPr>
          <a:xfrm>
            <a:off x="728872" y="5266988"/>
            <a:ext cx="6028053" cy="1416297"/>
            <a:chOff x="3884894" y="4313966"/>
            <a:chExt cx="5052566" cy="124391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8749CB3-DE0C-B53B-EBAF-9C5F26395F31}"/>
                </a:ext>
              </a:extLst>
            </p:cNvPr>
            <p:cNvGrpSpPr/>
            <p:nvPr/>
          </p:nvGrpSpPr>
          <p:grpSpPr>
            <a:xfrm>
              <a:off x="4299081" y="4329258"/>
              <a:ext cx="844279" cy="724392"/>
              <a:chOff x="992545" y="4683044"/>
              <a:chExt cx="778407" cy="674401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FA6310DD-10CA-F79A-2A75-97ACEB9BE4B1}"/>
                  </a:ext>
                </a:extLst>
              </p:cNvPr>
              <p:cNvSpPr/>
              <p:nvPr/>
            </p:nvSpPr>
            <p:spPr>
              <a:xfrm>
                <a:off x="992545" y="4683044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  <p:pic>
            <p:nvPicPr>
              <p:cNvPr id="53" name="Graphic 12" descr="Clipboard Checked with solid fill">
                <a:extLst>
                  <a:ext uri="{FF2B5EF4-FFF2-40B4-BE49-F238E27FC236}">
                    <a16:creationId xmlns:a16="http://schemas.microsoft.com/office/drawing/2014/main" id="{31CF6EE6-46E0-07B8-A940-3722F3CBE9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9237" y="476814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54" name="Up Arrow 16">
                <a:extLst>
                  <a:ext uri="{FF2B5EF4-FFF2-40B4-BE49-F238E27FC236}">
                    <a16:creationId xmlns:a16="http://schemas.microsoft.com/office/drawing/2014/main" id="{1418B212-FDC0-F3CA-9396-C2050E2437D9}"/>
                  </a:ext>
                </a:extLst>
              </p:cNvPr>
              <p:cNvSpPr/>
              <p:nvPr/>
            </p:nvSpPr>
            <p:spPr>
              <a:xfrm>
                <a:off x="1553418" y="511900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DCF3C2-F234-80E2-3F70-D94B01D6CAC9}"/>
                </a:ext>
              </a:extLst>
            </p:cNvPr>
            <p:cNvSpPr/>
            <p:nvPr/>
          </p:nvSpPr>
          <p:spPr>
            <a:xfrm>
              <a:off x="5242430" y="5128102"/>
              <a:ext cx="1182012" cy="4297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rPr>
                <a:t>Economical Value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D2C01DB-2D39-6372-1655-34DB432DA692}"/>
                </a:ext>
              </a:extLst>
            </p:cNvPr>
            <p:cNvGrpSpPr/>
            <p:nvPr/>
          </p:nvGrpSpPr>
          <p:grpSpPr>
            <a:xfrm>
              <a:off x="5429088" y="4313966"/>
              <a:ext cx="862637" cy="733461"/>
              <a:chOff x="2122552" y="4667752"/>
              <a:chExt cx="783812" cy="686431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A1527DF6-DDE2-E557-6DC8-17839895102C}"/>
                  </a:ext>
                </a:extLst>
              </p:cNvPr>
              <p:cNvSpPr/>
              <p:nvPr/>
            </p:nvSpPr>
            <p:spPr>
              <a:xfrm>
                <a:off x="2122552" y="4667752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  <p:pic>
            <p:nvPicPr>
              <p:cNvPr id="50" name="Graphic 18" descr="Dollar with solid fill">
                <a:extLst>
                  <a:ext uri="{FF2B5EF4-FFF2-40B4-BE49-F238E27FC236}">
                    <a16:creationId xmlns:a16="http://schemas.microsoft.com/office/drawing/2014/main" id="{4ED97960-43DD-6CC9-D318-7888A26A3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260021" y="4783625"/>
                <a:ext cx="400108" cy="400108"/>
              </a:xfrm>
              <a:prstGeom prst="rect">
                <a:avLst/>
              </a:prstGeom>
            </p:spPr>
          </p:pic>
          <p:sp>
            <p:nvSpPr>
              <p:cNvPr id="51" name="Up Arrow 16">
                <a:extLst>
                  <a:ext uri="{FF2B5EF4-FFF2-40B4-BE49-F238E27FC236}">
                    <a16:creationId xmlns:a16="http://schemas.microsoft.com/office/drawing/2014/main" id="{05DA35BC-F31D-6EAB-B57C-757866EF9340}"/>
                  </a:ext>
                </a:extLst>
              </p:cNvPr>
              <p:cNvSpPr/>
              <p:nvPr/>
            </p:nvSpPr>
            <p:spPr>
              <a:xfrm>
                <a:off x="2688830" y="5115745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FF6FA5-5F05-7C93-60C5-AF95C331E616}"/>
                </a:ext>
              </a:extLst>
            </p:cNvPr>
            <p:cNvSpPr/>
            <p:nvPr/>
          </p:nvSpPr>
          <p:spPr>
            <a:xfrm>
              <a:off x="6372319" y="5222627"/>
              <a:ext cx="1184074" cy="25280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rPr>
                <a:t>Value to UAE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9BBDFC-5E85-B751-4B97-B373DC87417E}"/>
                </a:ext>
              </a:extLst>
            </p:cNvPr>
            <p:cNvGrpSpPr/>
            <p:nvPr/>
          </p:nvGrpSpPr>
          <p:grpSpPr>
            <a:xfrm>
              <a:off x="6585576" y="4317278"/>
              <a:ext cx="846901" cy="735775"/>
              <a:chOff x="3279040" y="4671064"/>
              <a:chExt cx="781737" cy="689501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07BD6629-21BD-AD1C-3194-D9E15EBFCE11}"/>
                  </a:ext>
                </a:extLst>
              </p:cNvPr>
              <p:cNvSpPr/>
              <p:nvPr/>
            </p:nvSpPr>
            <p:spPr>
              <a:xfrm>
                <a:off x="3279040" y="4671064"/>
                <a:ext cx="675045" cy="631853"/>
              </a:xfrm>
              <a:prstGeom prst="roundRect">
                <a:avLst/>
              </a:prstGeom>
              <a:solidFill>
                <a:srgbClr val="002F6C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  <p:pic>
            <p:nvPicPr>
              <p:cNvPr id="47" name="Graphic 23" descr="Quadcopter with solid fill">
                <a:extLst>
                  <a:ext uri="{FF2B5EF4-FFF2-40B4-BE49-F238E27FC236}">
                    <a16:creationId xmlns:a16="http://schemas.microsoft.com/office/drawing/2014/main" id="{EE60D8C1-BE58-85C2-129D-8CDF7A8B1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85732" y="475616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48" name="Up Arrow 16">
                <a:extLst>
                  <a:ext uri="{FF2B5EF4-FFF2-40B4-BE49-F238E27FC236}">
                    <a16:creationId xmlns:a16="http://schemas.microsoft.com/office/drawing/2014/main" id="{DAAE8751-B080-074D-A5BA-80E959FC1A28}"/>
                  </a:ext>
                </a:extLst>
              </p:cNvPr>
              <p:cNvSpPr/>
              <p:nvPr/>
            </p:nvSpPr>
            <p:spPr>
              <a:xfrm>
                <a:off x="3843243" y="512212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9396BE3-6298-0CB6-A35C-C6E2279FA978}"/>
                </a:ext>
              </a:extLst>
            </p:cNvPr>
            <p:cNvGrpSpPr/>
            <p:nvPr/>
          </p:nvGrpSpPr>
          <p:grpSpPr>
            <a:xfrm>
              <a:off x="7701728" y="4314438"/>
              <a:ext cx="861003" cy="735775"/>
              <a:chOff x="4395192" y="4668224"/>
              <a:chExt cx="781737" cy="689501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F181204-9D23-AC8B-D1B4-C8994E70AAE4}"/>
                  </a:ext>
                </a:extLst>
              </p:cNvPr>
              <p:cNvGrpSpPr/>
              <p:nvPr/>
            </p:nvGrpSpPr>
            <p:grpSpPr>
              <a:xfrm>
                <a:off x="4395192" y="4668224"/>
                <a:ext cx="781737" cy="689501"/>
                <a:chOff x="4395192" y="4668224"/>
                <a:chExt cx="781737" cy="689501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8AC8E9E6-7D23-9D9A-320D-3BADF070C08E}"/>
                    </a:ext>
                  </a:extLst>
                </p:cNvPr>
                <p:cNvSpPr/>
                <p:nvPr/>
              </p:nvSpPr>
              <p:spPr>
                <a:xfrm>
                  <a:off x="4395192" y="4668224"/>
                  <a:ext cx="675045" cy="631853"/>
                </a:xfrm>
                <a:prstGeom prst="roundRect">
                  <a:avLst/>
                </a:prstGeom>
                <a:solidFill>
                  <a:srgbClr val="002F6C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45" name="Up Arrow 16">
                  <a:extLst>
                    <a:ext uri="{FF2B5EF4-FFF2-40B4-BE49-F238E27FC236}">
                      <a16:creationId xmlns:a16="http://schemas.microsoft.com/office/drawing/2014/main" id="{AEB0D0CD-E100-0609-C338-E410A16A984F}"/>
                    </a:ext>
                  </a:extLst>
                </p:cNvPr>
                <p:cNvSpPr/>
                <p:nvPr/>
              </p:nvSpPr>
              <p:spPr>
                <a:xfrm>
                  <a:off x="4959395" y="5119287"/>
                  <a:ext cx="217534" cy="238438"/>
                </a:xfrm>
                <a:prstGeom prst="upArrow">
                  <a:avLst>
                    <a:gd name="adj1" fmla="val 33917"/>
                    <a:gd name="adj2" fmla="val 60052"/>
                  </a:avLst>
                </a:prstGeom>
                <a:solidFill>
                  <a:srgbClr val="4CB15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0B0004020202020204" pitchFamily="34" charset="0"/>
                  </a:endParaRPr>
                </a:p>
              </p:txBody>
            </p:sp>
          </p:grpSp>
          <p:pic>
            <p:nvPicPr>
              <p:cNvPr id="43" name="Graphic 29" descr="Users outline">
                <a:extLst>
                  <a:ext uri="{FF2B5EF4-FFF2-40B4-BE49-F238E27FC236}">
                    <a16:creationId xmlns:a16="http://schemas.microsoft.com/office/drawing/2014/main" id="{7A2B17EC-D115-D6E6-322F-70FF460EA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58770" y="4715847"/>
                <a:ext cx="545294" cy="545294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52793C5-8CA5-91E9-A9E1-6434E055830F}"/>
                </a:ext>
              </a:extLst>
            </p:cNvPr>
            <p:cNvGrpSpPr/>
            <p:nvPr/>
          </p:nvGrpSpPr>
          <p:grpSpPr>
            <a:xfrm>
              <a:off x="4299081" y="4329258"/>
              <a:ext cx="844279" cy="724392"/>
              <a:chOff x="992545" y="4683044"/>
              <a:chExt cx="778407" cy="674401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412417F9-EEA5-E1D0-5CD4-E61637D79EF8}"/>
                  </a:ext>
                </a:extLst>
              </p:cNvPr>
              <p:cNvSpPr/>
              <p:nvPr/>
            </p:nvSpPr>
            <p:spPr>
              <a:xfrm>
                <a:off x="992545" y="4683044"/>
                <a:ext cx="675045" cy="631853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  <p:pic>
            <p:nvPicPr>
              <p:cNvPr id="40" name="Graphic 12" descr="Clipboard Checked with solid fill">
                <a:extLst>
                  <a:ext uri="{FF2B5EF4-FFF2-40B4-BE49-F238E27FC236}">
                    <a16:creationId xmlns:a16="http://schemas.microsoft.com/office/drawing/2014/main" id="{F0D6CBEF-8D3B-5939-0E3C-9F1DEF2EB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1099237" y="476814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41" name="Up Arrow 16">
                <a:extLst>
                  <a:ext uri="{FF2B5EF4-FFF2-40B4-BE49-F238E27FC236}">
                    <a16:creationId xmlns:a16="http://schemas.microsoft.com/office/drawing/2014/main" id="{9601643D-FFEF-1D1C-364E-3BB7F00AEF77}"/>
                  </a:ext>
                </a:extLst>
              </p:cNvPr>
              <p:cNvSpPr/>
              <p:nvPr/>
            </p:nvSpPr>
            <p:spPr>
              <a:xfrm>
                <a:off x="1553418" y="511900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EA0CDF-85C4-EE21-B8B8-EFDFE642470D}"/>
                </a:ext>
              </a:extLst>
            </p:cNvPr>
            <p:cNvSpPr/>
            <p:nvPr/>
          </p:nvSpPr>
          <p:spPr>
            <a:xfrm>
              <a:off x="3884894" y="5128102"/>
              <a:ext cx="1578185" cy="4297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rPr>
                <a:t>Quality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rPr>
                <a:t>Improvements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32AA83D-AE31-5CF9-1D25-BED2B5BDF446}"/>
                </a:ext>
              </a:extLst>
            </p:cNvPr>
            <p:cNvGrpSpPr/>
            <p:nvPr/>
          </p:nvGrpSpPr>
          <p:grpSpPr>
            <a:xfrm>
              <a:off x="5429088" y="4313966"/>
              <a:ext cx="862637" cy="733461"/>
              <a:chOff x="2122552" y="4667752"/>
              <a:chExt cx="783812" cy="686431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9EFE6EEC-8092-1630-C67C-0AA4A8F8A82C}"/>
                  </a:ext>
                </a:extLst>
              </p:cNvPr>
              <p:cNvSpPr/>
              <p:nvPr/>
            </p:nvSpPr>
            <p:spPr>
              <a:xfrm>
                <a:off x="2122552" y="4667752"/>
                <a:ext cx="675045" cy="631853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  <p:pic>
            <p:nvPicPr>
              <p:cNvPr id="37" name="Graphic 18" descr="Dollar with solid fill">
                <a:extLst>
                  <a:ext uri="{FF2B5EF4-FFF2-40B4-BE49-F238E27FC236}">
                    <a16:creationId xmlns:a16="http://schemas.microsoft.com/office/drawing/2014/main" id="{66E16461-ED05-5EFC-803F-B243C215C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2260021" y="4783625"/>
                <a:ext cx="400108" cy="400108"/>
              </a:xfrm>
              <a:prstGeom prst="rect">
                <a:avLst/>
              </a:prstGeom>
            </p:spPr>
          </p:pic>
          <p:sp>
            <p:nvSpPr>
              <p:cNvPr id="38" name="Up Arrow 16">
                <a:extLst>
                  <a:ext uri="{FF2B5EF4-FFF2-40B4-BE49-F238E27FC236}">
                    <a16:creationId xmlns:a16="http://schemas.microsoft.com/office/drawing/2014/main" id="{E0C91A27-2D54-30CD-65E3-9F329EC94E77}"/>
                  </a:ext>
                </a:extLst>
              </p:cNvPr>
              <p:cNvSpPr/>
              <p:nvPr/>
            </p:nvSpPr>
            <p:spPr>
              <a:xfrm>
                <a:off x="2688830" y="5115745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CBFD705-2E40-3C48-AEC2-BC70060954A0}"/>
                </a:ext>
              </a:extLst>
            </p:cNvPr>
            <p:cNvGrpSpPr/>
            <p:nvPr/>
          </p:nvGrpSpPr>
          <p:grpSpPr>
            <a:xfrm>
              <a:off x="6585576" y="4317278"/>
              <a:ext cx="846901" cy="735775"/>
              <a:chOff x="3279040" y="4671064"/>
              <a:chExt cx="781737" cy="689501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FD5F802-2D4A-4AEF-F4B7-5C4838EFAF1E}"/>
                  </a:ext>
                </a:extLst>
              </p:cNvPr>
              <p:cNvSpPr/>
              <p:nvPr/>
            </p:nvSpPr>
            <p:spPr>
              <a:xfrm>
                <a:off x="3279040" y="4671064"/>
                <a:ext cx="675045" cy="631853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  <p:pic>
            <p:nvPicPr>
              <p:cNvPr id="34" name="Graphic 23" descr="Quadcopter with solid fill">
                <a:extLst>
                  <a:ext uri="{FF2B5EF4-FFF2-40B4-BE49-F238E27FC236}">
                    <a16:creationId xmlns:a16="http://schemas.microsoft.com/office/drawing/2014/main" id="{2823B7B9-F989-C16E-F11E-FBDB5169FC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85732" y="4756160"/>
                <a:ext cx="461662" cy="461662"/>
              </a:xfrm>
              <a:prstGeom prst="rect">
                <a:avLst/>
              </a:prstGeom>
            </p:spPr>
          </p:pic>
          <p:sp>
            <p:nvSpPr>
              <p:cNvPr id="35" name="Up Arrow 16">
                <a:extLst>
                  <a:ext uri="{FF2B5EF4-FFF2-40B4-BE49-F238E27FC236}">
                    <a16:creationId xmlns:a16="http://schemas.microsoft.com/office/drawing/2014/main" id="{8BE672E3-D283-AE9F-2ED3-ABB3A03987EC}"/>
                  </a:ext>
                </a:extLst>
              </p:cNvPr>
              <p:cNvSpPr/>
              <p:nvPr/>
            </p:nvSpPr>
            <p:spPr>
              <a:xfrm>
                <a:off x="3843243" y="5122127"/>
                <a:ext cx="217534" cy="238438"/>
              </a:xfrm>
              <a:prstGeom prst="upArrow">
                <a:avLst>
                  <a:gd name="adj1" fmla="val 33917"/>
                  <a:gd name="adj2" fmla="val 60052"/>
                </a:avLst>
              </a:prstGeom>
              <a:solidFill>
                <a:srgbClr val="4CB1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DFD4CBD-1AAD-E4CE-1F99-5281CE751723}"/>
                </a:ext>
              </a:extLst>
            </p:cNvPr>
            <p:cNvSpPr/>
            <p:nvPr/>
          </p:nvSpPr>
          <p:spPr>
            <a:xfrm>
              <a:off x="7346409" y="5128104"/>
              <a:ext cx="1591051" cy="42977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rPr>
                <a:t>Value to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ptos" panose="020B0004020202020204" pitchFamily="34" charset="0"/>
                </a:rPr>
                <a:t>Stakeholders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74F1F82-BAAE-F142-0B45-CD820AA4E4B5}"/>
                </a:ext>
              </a:extLst>
            </p:cNvPr>
            <p:cNvGrpSpPr/>
            <p:nvPr/>
          </p:nvGrpSpPr>
          <p:grpSpPr>
            <a:xfrm>
              <a:off x="7701728" y="4314438"/>
              <a:ext cx="861003" cy="735775"/>
              <a:chOff x="4395192" y="4668224"/>
              <a:chExt cx="781737" cy="689501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CAF97A77-5E09-515B-F696-54FDCE914A1E}"/>
                  </a:ext>
                </a:extLst>
              </p:cNvPr>
              <p:cNvGrpSpPr/>
              <p:nvPr/>
            </p:nvGrpSpPr>
            <p:grpSpPr>
              <a:xfrm>
                <a:off x="4395192" y="4668224"/>
                <a:ext cx="781737" cy="689501"/>
                <a:chOff x="4395192" y="4668224"/>
                <a:chExt cx="781737" cy="689501"/>
              </a:xfrm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BB70FF72-F16B-773E-7F18-FC1B4EA7EB5D}"/>
                    </a:ext>
                  </a:extLst>
                </p:cNvPr>
                <p:cNvSpPr/>
                <p:nvPr/>
              </p:nvSpPr>
              <p:spPr>
                <a:xfrm>
                  <a:off x="4395192" y="4668224"/>
                  <a:ext cx="675045" cy="631853"/>
                </a:xfrm>
                <a:prstGeom prst="roundRect">
                  <a:avLst/>
                </a:prstGeom>
                <a:solidFill>
                  <a:schemeClr val="tx1">
                    <a:lumMod val="95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32" name="Up Arrow 16">
                  <a:extLst>
                    <a:ext uri="{FF2B5EF4-FFF2-40B4-BE49-F238E27FC236}">
                      <a16:creationId xmlns:a16="http://schemas.microsoft.com/office/drawing/2014/main" id="{49819FDB-2DAD-0BAC-BDD5-0D7482F245E9}"/>
                    </a:ext>
                  </a:extLst>
                </p:cNvPr>
                <p:cNvSpPr/>
                <p:nvPr/>
              </p:nvSpPr>
              <p:spPr>
                <a:xfrm>
                  <a:off x="4959395" y="5119287"/>
                  <a:ext cx="217534" cy="238438"/>
                </a:xfrm>
                <a:prstGeom prst="upArrow">
                  <a:avLst>
                    <a:gd name="adj1" fmla="val 33917"/>
                    <a:gd name="adj2" fmla="val 60052"/>
                  </a:avLst>
                </a:prstGeom>
                <a:solidFill>
                  <a:srgbClr val="4CB15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ptos" panose="020B0004020202020204" pitchFamily="34" charset="0"/>
                  </a:endParaRPr>
                </a:p>
              </p:txBody>
            </p:sp>
          </p:grpSp>
          <p:pic>
            <p:nvPicPr>
              <p:cNvPr id="30" name="Graphic 29" descr="Users outline">
                <a:extLst>
                  <a:ext uri="{FF2B5EF4-FFF2-40B4-BE49-F238E27FC236}">
                    <a16:creationId xmlns:a16="http://schemas.microsoft.com/office/drawing/2014/main" id="{33004EDE-BF47-37EB-720A-6458279E84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58770" y="4715847"/>
                <a:ext cx="545294" cy="545294"/>
              </a:xfrm>
              <a:prstGeom prst="rect">
                <a:avLst/>
              </a:prstGeom>
            </p:spPr>
          </p:pic>
        </p:grpSp>
        <p:pic>
          <p:nvPicPr>
            <p:cNvPr id="27" name="Graphic 12" descr="Clipboard Checked with solid fill">
              <a:extLst>
                <a:ext uri="{FF2B5EF4-FFF2-40B4-BE49-F238E27FC236}">
                  <a16:creationId xmlns:a16="http://schemas.microsoft.com/office/drawing/2014/main" id="{6ADDF3AE-104D-C032-F1E5-0B788BE3B2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414802" y="4420662"/>
              <a:ext cx="500730" cy="4958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E39D900-3C56-EC5D-BD92-F93FFD5B738D}"/>
              </a:ext>
            </a:extLst>
          </p:cNvPr>
          <p:cNvSpPr txBox="1"/>
          <p:nvPr/>
        </p:nvSpPr>
        <p:spPr>
          <a:xfrm>
            <a:off x="792178" y="992110"/>
            <a:ext cx="6744831" cy="6232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50" b="1" baseline="0">
                <a:solidFill>
                  <a:srgbClr val="FFFFFF"/>
                </a:solidFill>
                <a:latin typeface="Georgia"/>
              </a:rPr>
              <a:t>Faster delivery • fewer delays • fewer downstream defects</a:t>
            </a:r>
            <a:r>
              <a:rPr sz="1650">
                <a:latin typeface="Georgia"/>
                <a:ea typeface="Georgia"/>
                <a:cs typeface="Georgia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3" name="Rounded Rectangle 6">
            <a:extLst>
              <a:ext uri="{FF2B5EF4-FFF2-40B4-BE49-F238E27FC236}">
                <a16:creationId xmlns:a16="http://schemas.microsoft.com/office/drawing/2014/main" id="{9CFAD187-1C3B-BF08-5637-9362CC529E6A}"/>
              </a:ext>
            </a:extLst>
          </p:cNvPr>
          <p:cNvSpPr/>
          <p:nvPr/>
        </p:nvSpPr>
        <p:spPr>
          <a:xfrm>
            <a:off x="869616" y="1481328"/>
            <a:ext cx="3044952" cy="1600200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4" name="TextBox 7">
            <a:extLst>
              <a:ext uri="{FF2B5EF4-FFF2-40B4-BE49-F238E27FC236}">
                <a16:creationId xmlns:a16="http://schemas.microsoft.com/office/drawing/2014/main" id="{985EC194-C915-B3A3-3DBF-8C88681280EE}"/>
              </a:ext>
            </a:extLst>
          </p:cNvPr>
          <p:cNvSpPr txBox="1"/>
          <p:nvPr/>
        </p:nvSpPr>
        <p:spPr>
          <a:xfrm>
            <a:off x="1026662" y="1563575"/>
            <a:ext cx="2715768" cy="5016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b="1">
                <a:solidFill>
                  <a:srgbClr val="0A3A60"/>
                </a:solidFill>
                <a:ea typeface="+mn-lt"/>
                <a:cs typeface="+mn-lt"/>
              </a:rPr>
              <a:t>Faster Deliveries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75" name="TextBox 8">
            <a:extLst>
              <a:ext uri="{FF2B5EF4-FFF2-40B4-BE49-F238E27FC236}">
                <a16:creationId xmlns:a16="http://schemas.microsoft.com/office/drawing/2014/main" id="{CC64823A-690B-F611-5433-D8A5750822BE}"/>
              </a:ext>
            </a:extLst>
          </p:cNvPr>
          <p:cNvSpPr txBox="1"/>
          <p:nvPr/>
        </p:nvSpPr>
        <p:spPr>
          <a:xfrm>
            <a:off x="1034207" y="2075688"/>
            <a:ext cx="2715768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Reduce verification delays 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and </a:t>
            </a:r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keep assembly moving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CE99DF-AC52-4E80-06C5-0361F6E60CD0}"/>
              </a:ext>
            </a:extLst>
          </p:cNvPr>
          <p:cNvSpPr/>
          <p:nvPr/>
        </p:nvSpPr>
        <p:spPr>
          <a:xfrm>
            <a:off x="869616" y="1481328"/>
            <a:ext cx="64008" cy="1600200"/>
          </a:xfrm>
          <a:prstGeom prst="rect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7" name="Rounded Rectangle 10">
            <a:extLst>
              <a:ext uri="{FF2B5EF4-FFF2-40B4-BE49-F238E27FC236}">
                <a16:creationId xmlns:a16="http://schemas.microsoft.com/office/drawing/2014/main" id="{9E89D83D-6DB0-C56B-F8C5-63F9F5664AD3}"/>
              </a:ext>
            </a:extLst>
          </p:cNvPr>
          <p:cNvSpPr/>
          <p:nvPr/>
        </p:nvSpPr>
        <p:spPr>
          <a:xfrm>
            <a:off x="4088304" y="1481328"/>
            <a:ext cx="3044952" cy="1600200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8" name="TextBox 11">
            <a:extLst>
              <a:ext uri="{FF2B5EF4-FFF2-40B4-BE49-F238E27FC236}">
                <a16:creationId xmlns:a16="http://schemas.microsoft.com/office/drawing/2014/main" id="{C16FA479-1BDD-AD99-4A9F-29CF6EE1B639}"/>
              </a:ext>
            </a:extLst>
          </p:cNvPr>
          <p:cNvSpPr txBox="1"/>
          <p:nvPr/>
        </p:nvSpPr>
        <p:spPr>
          <a:xfrm>
            <a:off x="4252896" y="1568818"/>
            <a:ext cx="2715768" cy="5016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b="1">
                <a:solidFill>
                  <a:srgbClr val="0A3A60"/>
                </a:solidFill>
                <a:ea typeface="+mn-lt"/>
                <a:cs typeface="+mn-lt"/>
              </a:rPr>
              <a:t>Lower Rework</a:t>
            </a:r>
            <a:endParaRPr lang="en-US" b="1">
              <a:ea typeface="+mn-lt"/>
              <a:cs typeface="+mn-lt"/>
            </a:endParaRPr>
          </a:p>
        </p:txBody>
      </p:sp>
      <p:sp>
        <p:nvSpPr>
          <p:cNvPr id="79" name="TextBox 12">
            <a:extLst>
              <a:ext uri="{FF2B5EF4-FFF2-40B4-BE49-F238E27FC236}">
                <a16:creationId xmlns:a16="http://schemas.microsoft.com/office/drawing/2014/main" id="{3EE1A0A8-3C50-FCB5-2C54-3D121D847243}"/>
              </a:ext>
            </a:extLst>
          </p:cNvPr>
          <p:cNvSpPr txBox="1"/>
          <p:nvPr/>
        </p:nvSpPr>
        <p:spPr>
          <a:xfrm>
            <a:off x="4252896" y="2045510"/>
            <a:ext cx="2723312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Cut worker 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rework time by</a:t>
            </a:r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 up to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 10%.</a:t>
            </a:r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 Projected $9B savings.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E1A1929-C9E4-9174-0D05-F89C9214CE34}"/>
              </a:ext>
            </a:extLst>
          </p:cNvPr>
          <p:cNvSpPr/>
          <p:nvPr/>
        </p:nvSpPr>
        <p:spPr>
          <a:xfrm>
            <a:off x="4088304" y="1481328"/>
            <a:ext cx="64008" cy="1600200"/>
          </a:xfrm>
          <a:prstGeom prst="rect">
            <a:avLst/>
          </a:prstGeom>
          <a:solidFill>
            <a:srgbClr val="4DC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1" name="Rounded Rectangle 14">
            <a:extLst>
              <a:ext uri="{FF2B5EF4-FFF2-40B4-BE49-F238E27FC236}">
                <a16:creationId xmlns:a16="http://schemas.microsoft.com/office/drawing/2014/main" id="{F535A56B-9AED-1414-0ADE-6BB07BE31501}"/>
              </a:ext>
            </a:extLst>
          </p:cNvPr>
          <p:cNvSpPr/>
          <p:nvPr/>
        </p:nvSpPr>
        <p:spPr>
          <a:xfrm>
            <a:off x="869616" y="3310128"/>
            <a:ext cx="3044952" cy="1719072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2" name="TextBox 15">
            <a:extLst>
              <a:ext uri="{FF2B5EF4-FFF2-40B4-BE49-F238E27FC236}">
                <a16:creationId xmlns:a16="http://schemas.microsoft.com/office/drawing/2014/main" id="{AAC2F41E-F31B-D989-0AC6-495FBAD86A69}"/>
              </a:ext>
            </a:extLst>
          </p:cNvPr>
          <p:cNvSpPr txBox="1"/>
          <p:nvPr/>
        </p:nvSpPr>
        <p:spPr>
          <a:xfrm>
            <a:off x="1034207" y="3397618"/>
            <a:ext cx="2715768" cy="5016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b="1">
                <a:solidFill>
                  <a:srgbClr val="0A3A60"/>
                </a:solidFill>
                <a:ea typeface="+mn-lt"/>
                <a:cs typeface="+mn-lt"/>
              </a:rPr>
              <a:t>Better Detection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83" name="TextBox 16">
            <a:extLst>
              <a:ext uri="{FF2B5EF4-FFF2-40B4-BE49-F238E27FC236}">
                <a16:creationId xmlns:a16="http://schemas.microsoft.com/office/drawing/2014/main" id="{58FAC3EA-CCB1-09FE-9E72-5BBD57903231}"/>
              </a:ext>
            </a:extLst>
          </p:cNvPr>
          <p:cNvSpPr txBox="1"/>
          <p:nvPr/>
        </p:nvSpPr>
        <p:spPr>
          <a:xfrm>
            <a:off x="1034207" y="3904488"/>
            <a:ext cx="2715768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Flag defects 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missed </a:t>
            </a:r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by 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manual inspection in real time.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DD203DA-71FF-9FA8-5FA6-3C0438BB993E}"/>
              </a:ext>
            </a:extLst>
          </p:cNvPr>
          <p:cNvSpPr/>
          <p:nvPr/>
        </p:nvSpPr>
        <p:spPr>
          <a:xfrm>
            <a:off x="869616" y="3310128"/>
            <a:ext cx="64008" cy="1719072"/>
          </a:xfrm>
          <a:prstGeom prst="rect">
            <a:avLst/>
          </a:prstGeom>
          <a:solidFill>
            <a:srgbClr val="4DC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5" name="Rounded Rectangle 18">
            <a:extLst>
              <a:ext uri="{FF2B5EF4-FFF2-40B4-BE49-F238E27FC236}">
                <a16:creationId xmlns:a16="http://schemas.microsoft.com/office/drawing/2014/main" id="{1D239AFE-3D2F-FB1F-E5E0-F4F7506827D1}"/>
              </a:ext>
            </a:extLst>
          </p:cNvPr>
          <p:cNvSpPr/>
          <p:nvPr/>
        </p:nvSpPr>
        <p:spPr>
          <a:xfrm>
            <a:off x="4088304" y="3310128"/>
            <a:ext cx="3044952" cy="1719072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6" name="TextBox 19">
            <a:extLst>
              <a:ext uri="{FF2B5EF4-FFF2-40B4-BE49-F238E27FC236}">
                <a16:creationId xmlns:a16="http://schemas.microsoft.com/office/drawing/2014/main" id="{D4BF814D-B4AA-F26A-58B8-3355746125C2}"/>
              </a:ext>
            </a:extLst>
          </p:cNvPr>
          <p:cNvSpPr txBox="1"/>
          <p:nvPr/>
        </p:nvSpPr>
        <p:spPr>
          <a:xfrm>
            <a:off x="4252896" y="3397618"/>
            <a:ext cx="2715768" cy="5016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00" b="1">
                <a:solidFill>
                  <a:srgbClr val="0A3A60"/>
                </a:solidFill>
                <a:ea typeface="+mn-lt"/>
                <a:cs typeface="+mn-lt"/>
              </a:rPr>
              <a:t>Zero-Defect Culture</a:t>
            </a:r>
            <a:endParaRPr lang="en-US" sz="2300" b="1">
              <a:ea typeface="Calibri"/>
              <a:cs typeface="Calibri"/>
            </a:endParaRPr>
          </a:p>
        </p:txBody>
      </p:sp>
      <p:sp>
        <p:nvSpPr>
          <p:cNvPr id="87" name="TextBox 20">
            <a:extLst>
              <a:ext uri="{FF2B5EF4-FFF2-40B4-BE49-F238E27FC236}">
                <a16:creationId xmlns:a16="http://schemas.microsoft.com/office/drawing/2014/main" id="{0C8E4D96-FA2C-6E63-3A37-0F03E52C2D2E}"/>
              </a:ext>
            </a:extLst>
          </p:cNvPr>
          <p:cNvSpPr txBox="1"/>
          <p:nvPr/>
        </p:nvSpPr>
        <p:spPr>
          <a:xfrm>
            <a:off x="4252896" y="3904488"/>
            <a:ext cx="2715768" cy="5632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Stop 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inconsistencies </a:t>
            </a:r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before they reach </a:t>
            </a:r>
            <a:r>
              <a:rPr lang="en-US" sz="1350" b="0">
                <a:solidFill>
                  <a:srgbClr val="112D46"/>
                </a:solidFill>
                <a:ea typeface="+mn-lt"/>
                <a:cs typeface="+mn-lt"/>
              </a:rPr>
              <a:t>later production</a:t>
            </a:r>
            <a:r>
              <a:rPr lang="en-US" sz="1350">
                <a:solidFill>
                  <a:srgbClr val="112D46"/>
                </a:solidFill>
                <a:ea typeface="+mn-lt"/>
                <a:cs typeface="+mn-lt"/>
              </a:rPr>
              <a:t> stages.</a:t>
            </a:r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EBC107E-F488-FFD6-C909-11B8B93FD993}"/>
              </a:ext>
            </a:extLst>
          </p:cNvPr>
          <p:cNvSpPr/>
          <p:nvPr/>
        </p:nvSpPr>
        <p:spPr>
          <a:xfrm>
            <a:off x="4088304" y="3310128"/>
            <a:ext cx="64008" cy="1719072"/>
          </a:xfrm>
          <a:prstGeom prst="rect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11612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0031D-DFB5-7E1E-58E2-18691D7B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42F478-B739-B213-E618-683BC5672F12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0" name="Title 2">
            <a:extLst>
              <a:ext uri="{FF2B5EF4-FFF2-40B4-BE49-F238E27FC236}">
                <a16:creationId xmlns:a16="http://schemas.microsoft.com/office/drawing/2014/main" id="{9AC9EBC8-89B9-F9D2-E280-E3DF97D7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409"/>
            <a:ext cx="6492599" cy="684362"/>
          </a:xfrm>
        </p:spPr>
        <p:txBody>
          <a:bodyPr/>
          <a:lstStyle/>
          <a:p>
            <a:pPr algn="l"/>
            <a:r>
              <a:rPr lang="en-US" noProof="0">
                <a:solidFill>
                  <a:schemeClr val="tx1"/>
                </a:solidFill>
                <a:latin typeface="Aptos SemiBold"/>
                <a:cs typeface="Arial"/>
              </a:rPr>
              <a:t>AIOps</a:t>
            </a:r>
            <a:r>
              <a:rPr lang="en-US">
                <a:solidFill>
                  <a:schemeClr val="tx1"/>
                </a:solidFill>
                <a:latin typeface="Aptos SemiBold"/>
                <a:cs typeface="Arial"/>
              </a:rPr>
              <a:t> |  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  <a:latin typeface="Aptos SemiBold"/>
                <a:cs typeface="Arial"/>
              </a:rPr>
              <a:t>Solution</a:t>
            </a:r>
            <a:endParaRPr lang="en-US" noProof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9EA2678-F533-6A50-7641-C0CDB014C3A8}"/>
              </a:ext>
            </a:extLst>
          </p:cNvPr>
          <p:cNvGraphicFramePr/>
          <p:nvPr/>
        </p:nvGraphicFramePr>
        <p:xfrm>
          <a:off x="-9826242" y="3061641"/>
          <a:ext cx="9805922" cy="2958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5">
            <a:extLst>
              <a:ext uri="{FF2B5EF4-FFF2-40B4-BE49-F238E27FC236}">
                <a16:creationId xmlns:a16="http://schemas.microsoft.com/office/drawing/2014/main" id="{0C6C6D65-165D-2ABE-4CC1-1FA3F6DDB4A4}"/>
              </a:ext>
            </a:extLst>
          </p:cNvPr>
          <p:cNvSpPr txBox="1"/>
          <p:nvPr/>
        </p:nvSpPr>
        <p:spPr>
          <a:xfrm>
            <a:off x="643279" y="1076035"/>
            <a:ext cx="6629400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Georgia"/>
              </a:rPr>
              <a:t>An always-on vision system for real-time assembly guidance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DB44C676-D9AC-E2AB-81E5-86380CDAF29E}"/>
              </a:ext>
            </a:extLst>
          </p:cNvPr>
          <p:cNvSpPr/>
          <p:nvPr/>
        </p:nvSpPr>
        <p:spPr>
          <a:xfrm>
            <a:off x="310867" y="1545126"/>
            <a:ext cx="6676506" cy="402867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2082CCEB-72F7-FF78-09F2-75A4CB8FD73B}"/>
              </a:ext>
            </a:extLst>
          </p:cNvPr>
          <p:cNvSpPr/>
          <p:nvPr/>
        </p:nvSpPr>
        <p:spPr>
          <a:xfrm>
            <a:off x="386764" y="5727645"/>
            <a:ext cx="6668058" cy="713232"/>
          </a:xfrm>
          <a:prstGeom prst="roundRect">
            <a:avLst/>
          </a:prstGeom>
          <a:solidFill>
            <a:srgbClr val="05233D"/>
          </a:solidFill>
          <a:ln>
            <a:solidFill>
              <a:srgbClr val="68B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CFF6F-8883-4782-CF28-B261CCFE3767}"/>
              </a:ext>
            </a:extLst>
          </p:cNvPr>
          <p:cNvSpPr txBox="1"/>
          <p:nvPr/>
        </p:nvSpPr>
        <p:spPr>
          <a:xfrm>
            <a:off x="569644" y="5785897"/>
            <a:ext cx="6287209" cy="560153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B6D8F7"/>
                </a:solidFill>
                <a:latin typeface="Aptos"/>
              </a:rPr>
              <a:t>Watches every step and hand movement  •  overlays the correct torque, part, and order  •  flags deviations in real time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2658CE-90B3-A05F-BA33-8AF3D1B9684D}"/>
              </a:ext>
            </a:extLst>
          </p:cNvPr>
          <p:cNvSpPr/>
          <p:nvPr/>
        </p:nvSpPr>
        <p:spPr>
          <a:xfrm>
            <a:off x="7776776" y="1618760"/>
            <a:ext cx="4096512" cy="1298448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A84FA7-4109-F210-68BE-1BDBE881CF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079" r="19079"/>
          <a:stretch>
            <a:fillRect/>
          </a:stretch>
        </p:blipFill>
        <p:spPr>
          <a:xfrm>
            <a:off x="7941368" y="1774208"/>
            <a:ext cx="1143000" cy="960120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7CCD1B8F-DF0F-DDFA-F022-B4963B86D059}"/>
              </a:ext>
            </a:extLst>
          </p:cNvPr>
          <p:cNvSpPr txBox="1"/>
          <p:nvPr/>
        </p:nvSpPr>
        <p:spPr>
          <a:xfrm>
            <a:off x="9239816" y="1728488"/>
            <a:ext cx="23317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A60"/>
                </a:solidFill>
                <a:latin typeface="Aptos"/>
              </a:rPr>
              <a:t>HoloLens 2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BB737BBA-D359-FD0A-2C64-4C720ECDB0FC}"/>
              </a:ext>
            </a:extLst>
          </p:cNvPr>
          <p:cNvSpPr txBox="1"/>
          <p:nvPr/>
        </p:nvSpPr>
        <p:spPr>
          <a:xfrm>
            <a:off x="9239816" y="2057672"/>
            <a:ext cx="2377440" cy="6217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112D46"/>
                </a:solidFill>
                <a:latin typeface="Aptos"/>
              </a:rPr>
              <a:t>Video capture worn by the technician.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A96EF667-E5A4-4AF8-8F3B-61F8684D5824}"/>
              </a:ext>
            </a:extLst>
          </p:cNvPr>
          <p:cNvSpPr/>
          <p:nvPr/>
        </p:nvSpPr>
        <p:spPr>
          <a:xfrm>
            <a:off x="7776776" y="3090944"/>
            <a:ext cx="4096512" cy="1298448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395E3E-3B62-D8BF-BF07-1A9BA8CADEB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8000" b="8000"/>
          <a:stretch>
            <a:fillRect/>
          </a:stretch>
        </p:blipFill>
        <p:spPr>
          <a:xfrm>
            <a:off x="7941368" y="3246392"/>
            <a:ext cx="1143000" cy="960120"/>
          </a:xfrm>
          <a:prstGeom prst="rect">
            <a:avLst/>
          </a:prstGeom>
        </p:spPr>
      </p:pic>
      <p:sp>
        <p:nvSpPr>
          <p:cNvPr id="18" name="TextBox 16">
            <a:extLst>
              <a:ext uri="{FF2B5EF4-FFF2-40B4-BE49-F238E27FC236}">
                <a16:creationId xmlns:a16="http://schemas.microsoft.com/office/drawing/2014/main" id="{ECCFB8DB-7E28-3B66-EF0B-A711D6AE6A2B}"/>
              </a:ext>
            </a:extLst>
          </p:cNvPr>
          <p:cNvSpPr txBox="1"/>
          <p:nvPr/>
        </p:nvSpPr>
        <p:spPr>
          <a:xfrm>
            <a:off x="9239816" y="3200672"/>
            <a:ext cx="23317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A60"/>
                </a:solidFill>
                <a:latin typeface="Aptos"/>
              </a:rPr>
              <a:t>3D-printed engine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8E94CE78-357A-142B-5A5E-E45CB8D991E1}"/>
              </a:ext>
            </a:extLst>
          </p:cNvPr>
          <p:cNvSpPr txBox="1"/>
          <p:nvPr/>
        </p:nvSpPr>
        <p:spPr>
          <a:xfrm>
            <a:off x="9239816" y="3544945"/>
            <a:ext cx="2460430" cy="7017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solidFill>
                  <a:srgbClr val="112D46"/>
                </a:solidFill>
                <a:latin typeface="Aptos"/>
              </a:rPr>
              <a:t>Training model for assembly verification</a:t>
            </a:r>
            <a:r>
              <a:rPr lang="en-US" sz="1200">
                <a:solidFill>
                  <a:srgbClr val="112D46"/>
                </a:solidFill>
                <a:latin typeface="Aptos"/>
              </a:rPr>
              <a:t> and testing our solution on</a:t>
            </a:r>
            <a:endParaRPr sz="1240" b="0">
              <a:solidFill>
                <a:srgbClr val="112D46"/>
              </a:solidFill>
              <a:latin typeface="Aptos"/>
            </a:endParaRP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2512CC50-B4E1-D28B-FD88-F8FE288B91B1}"/>
              </a:ext>
            </a:extLst>
          </p:cNvPr>
          <p:cNvSpPr/>
          <p:nvPr/>
        </p:nvSpPr>
        <p:spPr>
          <a:xfrm>
            <a:off x="7776776" y="4563127"/>
            <a:ext cx="4081423" cy="1298448"/>
          </a:xfrm>
          <a:prstGeom prst="roundRect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5F9EB19E-D161-922F-E123-F9F51E264763}"/>
              </a:ext>
            </a:extLst>
          </p:cNvPr>
          <p:cNvSpPr txBox="1"/>
          <p:nvPr/>
        </p:nvSpPr>
        <p:spPr>
          <a:xfrm>
            <a:off x="9239816" y="4672856"/>
            <a:ext cx="23317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3A60"/>
                </a:solidFill>
                <a:latin typeface="Aptos"/>
              </a:rPr>
              <a:t>Local AI model</a:t>
            </a:r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85582EDE-7E6C-C18E-E8D8-26028A732F82}"/>
              </a:ext>
            </a:extLst>
          </p:cNvPr>
          <p:cNvSpPr txBox="1"/>
          <p:nvPr/>
        </p:nvSpPr>
        <p:spPr>
          <a:xfrm>
            <a:off x="9239816" y="5002040"/>
            <a:ext cx="2377440" cy="6217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112D46"/>
                </a:solidFill>
                <a:latin typeface="Aptos"/>
              </a:rPr>
              <a:t>Locally trained and running for detection.</a:t>
            </a:r>
          </a:p>
        </p:txBody>
      </p:sp>
      <p:sp>
        <p:nvSpPr>
          <p:cNvPr id="28" name="Rounded Rectangle 22">
            <a:extLst>
              <a:ext uri="{FF2B5EF4-FFF2-40B4-BE49-F238E27FC236}">
                <a16:creationId xmlns:a16="http://schemas.microsoft.com/office/drawing/2014/main" id="{A956B6B3-0644-4E31-8940-4191A0AEEB1E}"/>
              </a:ext>
            </a:extLst>
          </p:cNvPr>
          <p:cNvSpPr/>
          <p:nvPr/>
        </p:nvSpPr>
        <p:spPr>
          <a:xfrm>
            <a:off x="10738979" y="5418167"/>
            <a:ext cx="884675" cy="317294"/>
          </a:xfrm>
          <a:prstGeom prst="roundRect">
            <a:avLst/>
          </a:prstGeom>
          <a:solidFill>
            <a:srgbClr val="4DC477"/>
          </a:solidFill>
          <a:ln>
            <a:solidFill>
              <a:srgbClr val="4DC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003FE729-9E27-7C93-1243-B853591F38BC}"/>
              </a:ext>
            </a:extLst>
          </p:cNvPr>
          <p:cNvSpPr txBox="1"/>
          <p:nvPr/>
        </p:nvSpPr>
        <p:spPr>
          <a:xfrm>
            <a:off x="10738979" y="5395226"/>
            <a:ext cx="884675" cy="36317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5233D"/>
                </a:solidFill>
                <a:latin typeface="Aptos"/>
              </a:rPr>
              <a:t>81.9%</a:t>
            </a:r>
          </a:p>
        </p:txBody>
      </p:sp>
      <p:pic>
        <p:nvPicPr>
          <p:cNvPr id="63" name="Picture 62" descr="A network of lines and dots&#10;&#10;AI-generated content may be incorrect.">
            <a:extLst>
              <a:ext uri="{FF2B5EF4-FFF2-40B4-BE49-F238E27FC236}">
                <a16:creationId xmlns:a16="http://schemas.microsoft.com/office/drawing/2014/main" id="{8B23420A-8529-F9DF-73ED-19FD76641C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8524" y="4844067"/>
            <a:ext cx="1157318" cy="649178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948C9C7-F82F-DD3E-F4D4-6AC85DED6066}"/>
              </a:ext>
            </a:extLst>
          </p:cNvPr>
          <p:cNvSpPr txBox="1"/>
          <p:nvPr/>
        </p:nvSpPr>
        <p:spPr>
          <a:xfrm>
            <a:off x="7697437" y="1076034"/>
            <a:ext cx="2947658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50" b="1">
                <a:solidFill>
                  <a:srgbClr val="FFFFFF"/>
                </a:solidFill>
                <a:latin typeface="Georgia"/>
              </a:rPr>
              <a:t>Components of </a:t>
            </a:r>
            <a:r>
              <a:rPr lang="en-US" sz="1550" b="1" err="1">
                <a:solidFill>
                  <a:srgbClr val="FFFFFF"/>
                </a:solidFill>
                <a:latin typeface="Georgia"/>
              </a:rPr>
              <a:t>our</a:t>
            </a:r>
            <a:r>
              <a:rPr lang="en-US" sz="1550" b="1">
                <a:solidFill>
                  <a:srgbClr val="FFFFFF"/>
                </a:solidFill>
                <a:latin typeface="Georgia"/>
              </a:rPr>
              <a:t> system:</a:t>
            </a:r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3DB11AA-5D37-37FD-5E2B-ED7B0B6BFF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803" y="1780516"/>
            <a:ext cx="6051800" cy="35308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1" name="TextBox 21">
            <a:extLst>
              <a:ext uri="{FF2B5EF4-FFF2-40B4-BE49-F238E27FC236}">
                <a16:creationId xmlns:a16="http://schemas.microsoft.com/office/drawing/2014/main" id="{ECDF8695-C469-7C53-354E-98573639BEEF}"/>
              </a:ext>
            </a:extLst>
          </p:cNvPr>
          <p:cNvSpPr txBox="1"/>
          <p:nvPr/>
        </p:nvSpPr>
        <p:spPr>
          <a:xfrm>
            <a:off x="9949004" y="5416990"/>
            <a:ext cx="921341" cy="33239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112D46"/>
                </a:solidFill>
                <a:latin typeface="Aptos"/>
              </a:rPr>
              <a:t>Accuracy: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59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76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68B6B-2294-986B-4E84-F6CC2376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5F052EA7-E5CB-3359-1CB4-83DF44E1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7409"/>
            <a:ext cx="6492599" cy="684362"/>
          </a:xfrm>
        </p:spPr>
        <p:txBody>
          <a:bodyPr>
            <a:normAutofit/>
          </a:bodyPr>
          <a:lstStyle/>
          <a:p>
            <a:pPr algn="l"/>
            <a:r>
              <a:rPr lang="en-US" noProof="0">
                <a:solidFill>
                  <a:schemeClr val="tx1"/>
                </a:solidFill>
                <a:latin typeface="Aptos SemiBold"/>
                <a:cs typeface="Arial"/>
              </a:rPr>
              <a:t>AIOps</a:t>
            </a:r>
            <a:r>
              <a:rPr lang="en-US">
                <a:solidFill>
                  <a:schemeClr val="tx1"/>
                </a:solidFill>
                <a:latin typeface="Aptos SemiBold"/>
                <a:cs typeface="Arial"/>
              </a:rPr>
              <a:t>  |  </a:t>
            </a:r>
            <a:r>
              <a:rPr lang="en-US">
                <a:solidFill>
                  <a:schemeClr val="bg2">
                    <a:lumMod val="20000"/>
                    <a:lumOff val="80000"/>
                  </a:schemeClr>
                </a:solidFill>
                <a:latin typeface="Aptos SemiBold"/>
                <a:cs typeface="Arial"/>
              </a:rPr>
              <a:t>Results/Demo</a:t>
            </a:r>
            <a:endParaRPr lang="en-US" noProof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BAC0D5-FC64-DF5B-0740-6F0C885D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610" y="1390032"/>
            <a:ext cx="3879335" cy="20803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4E2284-3278-6209-2072-8A8962344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996" y="1397576"/>
            <a:ext cx="3619500" cy="2087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672261-DBA9-C1E3-1B9F-BF93D5027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76" y="1388432"/>
            <a:ext cx="3360420" cy="2072640"/>
          </a:xfrm>
          <a:prstGeom prst="rect">
            <a:avLst/>
          </a:prstGeom>
        </p:spPr>
      </p:pic>
      <p:sp>
        <p:nvSpPr>
          <p:cNvPr id="3" name="TextBox 47">
            <a:extLst>
              <a:ext uri="{FF2B5EF4-FFF2-40B4-BE49-F238E27FC236}">
                <a16:creationId xmlns:a16="http://schemas.microsoft.com/office/drawing/2014/main" id="{75CD4770-E61A-8041-4F51-638E2BFF7F92}"/>
              </a:ext>
            </a:extLst>
          </p:cNvPr>
          <p:cNvSpPr txBox="1"/>
          <p:nvPr/>
        </p:nvSpPr>
        <p:spPr>
          <a:xfrm>
            <a:off x="208253" y="3589427"/>
            <a:ext cx="3336515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>
                <a:latin typeface="Aptos"/>
                <a:ea typeface="Calibri"/>
                <a:cs typeface="Calibri"/>
              </a:rPr>
              <a:t>Base ready for next step</a:t>
            </a: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TextBox 47">
            <a:extLst>
              <a:ext uri="{FF2B5EF4-FFF2-40B4-BE49-F238E27FC236}">
                <a16:creationId xmlns:a16="http://schemas.microsoft.com/office/drawing/2014/main" id="{7B7BBC08-FBA7-82FE-EBFD-C354E1598BD7}"/>
              </a:ext>
            </a:extLst>
          </p:cNvPr>
          <p:cNvSpPr txBox="1"/>
          <p:nvPr/>
        </p:nvSpPr>
        <p:spPr>
          <a:xfrm>
            <a:off x="4041113" y="3587141"/>
            <a:ext cx="3618455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>
                <a:latin typeface="Aptos"/>
                <a:ea typeface="Calibri"/>
                <a:cs typeface="Calibri"/>
              </a:rPr>
              <a:t>Worker Orients Part Incorrectly</a:t>
            </a: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TextBox 47">
            <a:extLst>
              <a:ext uri="{FF2B5EF4-FFF2-40B4-BE49-F238E27FC236}">
                <a16:creationId xmlns:a16="http://schemas.microsoft.com/office/drawing/2014/main" id="{8742CA8A-3F72-3629-CC35-093C6E829DA3}"/>
              </a:ext>
            </a:extLst>
          </p:cNvPr>
          <p:cNvSpPr txBox="1"/>
          <p:nvPr/>
        </p:nvSpPr>
        <p:spPr>
          <a:xfrm>
            <a:off x="8097932" y="3587336"/>
            <a:ext cx="3953735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>
                <a:latin typeface="Aptos"/>
                <a:ea typeface="Calibri"/>
                <a:cs typeface="Calibri"/>
              </a:rPr>
              <a:t>AI detects and </a:t>
            </a:r>
            <a:r>
              <a:rPr lang="en-US" err="1">
                <a:latin typeface="Aptos"/>
                <a:ea typeface="Calibri"/>
                <a:cs typeface="Calibri"/>
              </a:rPr>
              <a:t>Hololens</a:t>
            </a:r>
            <a:r>
              <a:rPr lang="en-US">
                <a:latin typeface="Aptos"/>
                <a:ea typeface="Calibri"/>
                <a:cs typeface="Calibri"/>
              </a:rPr>
              <a:t> flags it !</a:t>
            </a:r>
          </a:p>
          <a:p>
            <a:pPr algn="ctr">
              <a:defRPr/>
            </a:pPr>
            <a:endParaRPr lang="en-US">
              <a:latin typeface="Aptos"/>
              <a:ea typeface="Calibri"/>
              <a:cs typeface="Calibri"/>
            </a:endParaRPr>
          </a:p>
        </p:txBody>
      </p:sp>
      <p:pic>
        <p:nvPicPr>
          <p:cNvPr id="57" name="Picture 56" descr="A hand holding a piece of metal&#10;&#10;AI-generated content may be incorrect.">
            <a:extLst>
              <a:ext uri="{FF2B5EF4-FFF2-40B4-BE49-F238E27FC236}">
                <a16:creationId xmlns:a16="http://schemas.microsoft.com/office/drawing/2014/main" id="{82FC290D-B342-6044-D9CC-B18A3157D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6" y="4352768"/>
            <a:ext cx="2607247" cy="144508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461BAAC-AC58-A34B-45B6-566A610FB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070" y="4345223"/>
            <a:ext cx="2675147" cy="1445083"/>
          </a:xfrm>
          <a:prstGeom prst="rect">
            <a:avLst/>
          </a:prstGeom>
        </p:spPr>
      </p:pic>
      <p:pic>
        <p:nvPicPr>
          <p:cNvPr id="61" name="Picture 60" descr="A person holding a piece of metal&#10;&#10;AI-generated content may be incorrect.">
            <a:extLst>
              <a:ext uri="{FF2B5EF4-FFF2-40B4-BE49-F238E27FC236}">
                <a16:creationId xmlns:a16="http://schemas.microsoft.com/office/drawing/2014/main" id="{CC2F0CC9-701A-F09B-2DAE-89CE440DB5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2906" y="4337679"/>
            <a:ext cx="2607322" cy="1445083"/>
          </a:xfrm>
          <a:prstGeom prst="rect">
            <a:avLst/>
          </a:prstGeom>
        </p:spPr>
      </p:pic>
      <p:pic>
        <p:nvPicPr>
          <p:cNvPr id="63" name="Picture 6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9940C347-3CEE-E243-969C-C5AC3ABD9E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9864" y="4349675"/>
            <a:ext cx="2670771" cy="1440029"/>
          </a:xfrm>
          <a:prstGeom prst="rect">
            <a:avLst/>
          </a:prstGeom>
        </p:spPr>
      </p:pic>
      <p:sp>
        <p:nvSpPr>
          <p:cNvPr id="65" name="TextBox 47">
            <a:extLst>
              <a:ext uri="{FF2B5EF4-FFF2-40B4-BE49-F238E27FC236}">
                <a16:creationId xmlns:a16="http://schemas.microsoft.com/office/drawing/2014/main" id="{716C6C1D-E65B-F53A-EA40-625B17BC3C41}"/>
              </a:ext>
            </a:extLst>
          </p:cNvPr>
          <p:cNvSpPr txBox="1"/>
          <p:nvPr/>
        </p:nvSpPr>
        <p:spPr>
          <a:xfrm>
            <a:off x="68453" y="5963855"/>
            <a:ext cx="2598658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400">
                <a:latin typeface="Aptos"/>
                <a:ea typeface="Calibri"/>
                <a:cs typeface="Calibri"/>
              </a:rPr>
              <a:t>Worker Chooses the wrong part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7" name="TextBox 47">
            <a:extLst>
              <a:ext uri="{FF2B5EF4-FFF2-40B4-BE49-F238E27FC236}">
                <a16:creationId xmlns:a16="http://schemas.microsoft.com/office/drawing/2014/main" id="{16A1D18B-E2DF-E737-B520-D966F10FB90D}"/>
              </a:ext>
            </a:extLst>
          </p:cNvPr>
          <p:cNvSpPr txBox="1"/>
          <p:nvPr/>
        </p:nvSpPr>
        <p:spPr>
          <a:xfrm>
            <a:off x="3243956" y="6033816"/>
            <a:ext cx="2599941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400">
                <a:latin typeface="Aptos"/>
                <a:ea typeface="Calibri"/>
                <a:cs typeface="Calibri"/>
              </a:rPr>
              <a:t>AI detects and </a:t>
            </a:r>
            <a:r>
              <a:rPr lang="en-US" sz="1400" err="1">
                <a:latin typeface="Aptos"/>
                <a:ea typeface="Calibri"/>
                <a:cs typeface="Calibri"/>
              </a:rPr>
              <a:t>Hololens</a:t>
            </a:r>
            <a:r>
              <a:rPr lang="en-US" sz="1400">
                <a:latin typeface="Aptos"/>
                <a:ea typeface="Calibri"/>
                <a:cs typeface="Calibri"/>
              </a:rPr>
              <a:t> flags it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9" name="TextBox 47">
            <a:extLst>
              <a:ext uri="{FF2B5EF4-FFF2-40B4-BE49-F238E27FC236}">
                <a16:creationId xmlns:a16="http://schemas.microsoft.com/office/drawing/2014/main" id="{6D876E7B-7A14-11E8-C43C-BDBDF1EBF664}"/>
              </a:ext>
            </a:extLst>
          </p:cNvPr>
          <p:cNvSpPr txBox="1"/>
          <p:nvPr/>
        </p:nvSpPr>
        <p:spPr>
          <a:xfrm>
            <a:off x="6314590" y="6031616"/>
            <a:ext cx="2603260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400">
                <a:latin typeface="Aptos"/>
                <a:ea typeface="Calibri"/>
                <a:cs typeface="Calibri"/>
              </a:rPr>
              <a:t>Worker corrects the part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71" name="TextBox 47">
            <a:extLst>
              <a:ext uri="{FF2B5EF4-FFF2-40B4-BE49-F238E27FC236}">
                <a16:creationId xmlns:a16="http://schemas.microsoft.com/office/drawing/2014/main" id="{956016EA-4ECB-C993-6F20-C37BB0EB8AE6}"/>
              </a:ext>
            </a:extLst>
          </p:cNvPr>
          <p:cNvSpPr txBox="1"/>
          <p:nvPr/>
        </p:nvSpPr>
        <p:spPr>
          <a:xfrm>
            <a:off x="9219442" y="6037089"/>
            <a:ext cx="2877526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400">
                <a:latin typeface="Aptos"/>
                <a:ea typeface="Calibri"/>
                <a:cs typeface="Calibri"/>
              </a:rPr>
              <a:t>AI detects correctness and continues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95A17F-D937-9683-4F07-657E065C297A}"/>
              </a:ext>
            </a:extLst>
          </p:cNvPr>
          <p:cNvCxnSpPr>
            <a:cxnSpLocks/>
          </p:cNvCxnSpPr>
          <p:nvPr/>
        </p:nvCxnSpPr>
        <p:spPr>
          <a:xfrm>
            <a:off x="609600" y="951771"/>
            <a:ext cx="10972800" cy="0"/>
          </a:xfrm>
          <a:prstGeom prst="line">
            <a:avLst/>
          </a:prstGeom>
          <a:noFill/>
          <a:ln w="12700" cap="flat" cmpd="sng" algn="ctr">
            <a:solidFill>
              <a:srgbClr val="4A66AC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" name="Chevron 10">
            <a:extLst>
              <a:ext uri="{FF2B5EF4-FFF2-40B4-BE49-F238E27FC236}">
                <a16:creationId xmlns:a16="http://schemas.microsoft.com/office/drawing/2014/main" id="{068DB66E-B869-E9E2-804B-39DB92BDA3DA}"/>
              </a:ext>
            </a:extLst>
          </p:cNvPr>
          <p:cNvSpPr/>
          <p:nvPr/>
        </p:nvSpPr>
        <p:spPr>
          <a:xfrm>
            <a:off x="3607352" y="2356761"/>
            <a:ext cx="347472" cy="347472"/>
          </a:xfrm>
          <a:prstGeom prst="chevron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Chevron 10">
            <a:extLst>
              <a:ext uri="{FF2B5EF4-FFF2-40B4-BE49-F238E27FC236}">
                <a16:creationId xmlns:a16="http://schemas.microsoft.com/office/drawing/2014/main" id="{305C0F27-F3D2-D1E6-D7EB-BC7991E0C8C2}"/>
              </a:ext>
            </a:extLst>
          </p:cNvPr>
          <p:cNvSpPr/>
          <p:nvPr/>
        </p:nvSpPr>
        <p:spPr>
          <a:xfrm>
            <a:off x="7749312" y="2356760"/>
            <a:ext cx="347472" cy="347472"/>
          </a:xfrm>
          <a:prstGeom prst="chevron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Chevron 10">
            <a:extLst>
              <a:ext uri="{FF2B5EF4-FFF2-40B4-BE49-F238E27FC236}">
                <a16:creationId xmlns:a16="http://schemas.microsoft.com/office/drawing/2014/main" id="{FD664F78-5351-B09D-79B5-354A2EE147D1}"/>
              </a:ext>
            </a:extLst>
          </p:cNvPr>
          <p:cNvSpPr/>
          <p:nvPr/>
        </p:nvSpPr>
        <p:spPr>
          <a:xfrm>
            <a:off x="2762362" y="4895992"/>
            <a:ext cx="347472" cy="347472"/>
          </a:xfrm>
          <a:prstGeom prst="chevron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Chevron 10">
            <a:extLst>
              <a:ext uri="{FF2B5EF4-FFF2-40B4-BE49-F238E27FC236}">
                <a16:creationId xmlns:a16="http://schemas.microsoft.com/office/drawing/2014/main" id="{C632A0E7-211F-1702-AC0A-EB7E2BA96DC1}"/>
              </a:ext>
            </a:extLst>
          </p:cNvPr>
          <p:cNvSpPr/>
          <p:nvPr/>
        </p:nvSpPr>
        <p:spPr>
          <a:xfrm>
            <a:off x="5923530" y="4895991"/>
            <a:ext cx="347472" cy="347472"/>
          </a:xfrm>
          <a:prstGeom prst="chevron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Chevron 10">
            <a:extLst>
              <a:ext uri="{FF2B5EF4-FFF2-40B4-BE49-F238E27FC236}">
                <a16:creationId xmlns:a16="http://schemas.microsoft.com/office/drawing/2014/main" id="{CAC97EE0-6EB9-FAD2-E826-713DBD901A45}"/>
              </a:ext>
            </a:extLst>
          </p:cNvPr>
          <p:cNvSpPr/>
          <p:nvPr/>
        </p:nvSpPr>
        <p:spPr>
          <a:xfrm>
            <a:off x="8971530" y="4895992"/>
            <a:ext cx="347472" cy="347472"/>
          </a:xfrm>
          <a:prstGeom prst="chevron">
            <a:avLst/>
          </a:prstGeom>
          <a:solidFill>
            <a:srgbClr val="68B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5D3BBB6B-AB3F-1955-5782-CC875BD23B5C}"/>
              </a:ext>
            </a:extLst>
          </p:cNvPr>
          <p:cNvSpPr txBox="1"/>
          <p:nvPr/>
        </p:nvSpPr>
        <p:spPr>
          <a:xfrm>
            <a:off x="68472" y="3962669"/>
            <a:ext cx="2947658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50" b="1">
                <a:solidFill>
                  <a:srgbClr val="FFFFFF"/>
                </a:solidFill>
                <a:latin typeface="Georgia"/>
              </a:rPr>
              <a:t>Wrong Part:</a:t>
            </a:r>
            <a:endParaRPr lang="en-US"/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D5D1568D-BFEC-4CEB-CEE4-F61C6F2044BC}"/>
              </a:ext>
            </a:extLst>
          </p:cNvPr>
          <p:cNvSpPr txBox="1"/>
          <p:nvPr/>
        </p:nvSpPr>
        <p:spPr>
          <a:xfrm>
            <a:off x="104331" y="1004315"/>
            <a:ext cx="2947658" cy="3840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50" b="1">
                <a:solidFill>
                  <a:srgbClr val="FFFFFF"/>
                </a:solidFill>
                <a:latin typeface="Georgia"/>
              </a:rPr>
              <a:t>Incorrect Orientation: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90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2" grpId="0"/>
      <p:bldP spid="65" grpId="0"/>
      <p:bldP spid="67" grpId="0"/>
      <p:bldP spid="69" grpId="0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A92B-A102-5EAD-DEC7-9D2ABB45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tle_bg.png">
            <a:extLst>
              <a:ext uri="{FF2B5EF4-FFF2-40B4-BE49-F238E27FC236}">
                <a16:creationId xmlns:a16="http://schemas.microsoft.com/office/drawing/2014/main" id="{E5219B2A-D74C-0B67-98F2-B6B035BD5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9" y="-36576"/>
            <a:ext cx="12228271" cy="6894576"/>
          </a:xfrm>
          <a:prstGeom prst="rect">
            <a:avLst/>
          </a:prstGeom>
          <a:solidFill>
            <a:srgbClr val="073763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1DDEBB-2B75-01D8-D477-D52647B5C37E}"/>
              </a:ext>
            </a:extLst>
          </p:cNvPr>
          <p:cNvSpPr txBox="1"/>
          <p:nvPr/>
        </p:nvSpPr>
        <p:spPr>
          <a:xfrm>
            <a:off x="3438579" y="3205842"/>
            <a:ext cx="5711952" cy="939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5400">
                <a:solidFill>
                  <a:srgbClr val="FFFFFF"/>
                </a:solidFill>
                <a:latin typeface="Aptos SemiBold" panose="020B00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821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771948-1f02-4223-abf9-2070eccbd0c1" xsi:nil="true"/>
    <lcf76f155ced4ddcb4097134ff3c332f xmlns="38e1b18b-b07f-41d0-b41d-d4c7e702404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5D7084D6AC3D43ABB6786AB9F38B91" ma:contentTypeVersion="16" ma:contentTypeDescription="Create a new document." ma:contentTypeScope="" ma:versionID="1e6f37dd0c23e04c1a392d7a137a3f37">
  <xsd:schema xmlns:xsd="http://www.w3.org/2001/XMLSchema" xmlns:xs="http://www.w3.org/2001/XMLSchema" xmlns:p="http://schemas.microsoft.com/office/2006/metadata/properties" xmlns:ns2="38e1b18b-b07f-41d0-b41d-d4c7e702404f" xmlns:ns3="e0771948-1f02-4223-abf9-2070eccbd0c1" targetNamespace="http://schemas.microsoft.com/office/2006/metadata/properties" ma:root="true" ma:fieldsID="c5148edb90762df485e32916dff14655" ns2:_="" ns3:_="">
    <xsd:import namespace="38e1b18b-b07f-41d0-b41d-d4c7e702404f"/>
    <xsd:import namespace="e0771948-1f02-4223-abf9-2070eccbd0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e1b18b-b07f-41d0-b41d-d4c7e70240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0517c863-f022-4ad7-9ee9-eb5cd15123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771948-1f02-4223-abf9-2070eccbd0c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bf8ef49-f2ff-4959-836a-c340c9ea6106}" ma:internalName="TaxCatchAll" ma:showField="CatchAllData" ma:web="e0771948-1f02-4223-abf9-2070eccbd0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01BEFE-9615-4C4E-9EF7-0F940EB630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539ED1-E6A7-43EA-B653-6E876C3D88AF}">
  <ds:schemaRefs>
    <ds:schemaRef ds:uri="38e1b18b-b07f-41d0-b41d-d4c7e702404f"/>
    <ds:schemaRef ds:uri="e0771948-1f02-4223-abf9-2070eccbd0c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AB16D5D-0D8B-42FC-B96A-72D0CA172013}">
  <ds:schemaRefs>
    <ds:schemaRef ds:uri="38e1b18b-b07f-41d0-b41d-d4c7e702404f"/>
    <ds:schemaRef ds:uri="e0771948-1f02-4223-abf9-2070eccbd0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</TotalTime>
  <Words>322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Avenir Next LT Pro Demi</vt:lpstr>
      <vt:lpstr>Calibri</vt:lpstr>
      <vt:lpstr>Georgia</vt:lpstr>
      <vt:lpstr>Symbol</vt:lpstr>
      <vt:lpstr>Office Theme</vt:lpstr>
      <vt:lpstr>PowerPoint Presentation</vt:lpstr>
      <vt:lpstr>AIOps | Team</vt:lpstr>
      <vt:lpstr>AI for Operations | Build &amp; Assembly Verification</vt:lpstr>
      <vt:lpstr>AIOps | Value</vt:lpstr>
      <vt:lpstr>AIOps |  Solution</vt:lpstr>
      <vt:lpstr>AIOps  |  Results/Demo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Ghebremichael, Nahom T (AE)</dc:creator>
  <cp:keywords/>
  <dc:description>generated using python-pptx</dc:description>
  <cp:lastModifiedBy>Nahom Tesfu</cp:lastModifiedBy>
  <cp:revision>2</cp:revision>
  <dcterms:created xsi:type="dcterms:W3CDTF">2013-01-27T09:14:16Z</dcterms:created>
  <dcterms:modified xsi:type="dcterms:W3CDTF">2026-08-12T07:23:10Z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c884d6-46ec-40ca-a4e4-d9a7c6a7c5c9_Enabled">
    <vt:lpwstr>true</vt:lpwstr>
  </property>
  <property fmtid="{D5CDD505-2E9C-101B-9397-08002B2CF9AE}" pid="3" name="MSIP_Label_aac884d6-46ec-40ca-a4e4-d9a7c6a7c5c9_SetDate">
    <vt:lpwstr>2026-08-05T05:34:11Z</vt:lpwstr>
  </property>
  <property fmtid="{D5CDD505-2E9C-101B-9397-08002B2CF9AE}" pid="4" name="MSIP_Label_aac884d6-46ec-40ca-a4e4-d9a7c6a7c5c9_Method">
    <vt:lpwstr>Privileged</vt:lpwstr>
  </property>
  <property fmtid="{D5CDD505-2E9C-101B-9397-08002B2CF9AE}" pid="5" name="MSIP_Label_aac884d6-46ec-40ca-a4e4-d9a7c6a7c5c9_Name">
    <vt:lpwstr>Unrestricted</vt:lpwstr>
  </property>
  <property fmtid="{D5CDD505-2E9C-101B-9397-08002B2CF9AE}" pid="6" name="MSIP_Label_aac884d6-46ec-40ca-a4e4-d9a7c6a7c5c9_SiteId">
    <vt:lpwstr>3465c5b6-dc75-4b16-8bc3-8e00d98d1b0d</vt:lpwstr>
  </property>
  <property fmtid="{D5CDD505-2E9C-101B-9397-08002B2CF9AE}" pid="7" name="MSIP_Label_aac884d6-46ec-40ca-a4e4-d9a7c6a7c5c9_ActionId">
    <vt:lpwstr>ffaacb9d-adf9-4881-aea5-6165968b729f</vt:lpwstr>
  </property>
  <property fmtid="{D5CDD505-2E9C-101B-9397-08002B2CF9AE}" pid="8" name="MSIP_Label_aac884d6-46ec-40ca-a4e4-d9a7c6a7c5c9_ContentBits">
    <vt:lpwstr>0</vt:lpwstr>
  </property>
  <property fmtid="{D5CDD505-2E9C-101B-9397-08002B2CF9AE}" pid="9" name="MSIP_Label_aac884d6-46ec-40ca-a4e4-d9a7c6a7c5c9_Tag">
    <vt:lpwstr>10, 0, 1, 1</vt:lpwstr>
  </property>
  <property fmtid="{D5CDD505-2E9C-101B-9397-08002B2CF9AE}" pid="10" name="ContentTypeId">
    <vt:lpwstr>0x0101000E5D7084D6AC3D43ABB6786AB9F38B91</vt:lpwstr>
  </property>
  <property fmtid="{D5CDD505-2E9C-101B-9397-08002B2CF9AE}" pid="11" name="MediaServiceImageTags">
    <vt:lpwstr/>
  </property>
</Properties>
</file>