
<file path=[Content_Types].xml><?xml version="1.0" encoding="utf-8"?>
<Types xmlns="http://schemas.openxmlformats.org/package/2006/content-types">
  <Default Extension="emf" ContentType="image/x-emf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6" r:id="rId4"/>
    <p:sldMasterId id="2147483648" r:id="rId5"/>
  </p:sldMasterIdLst>
  <p:notesMasterIdLst>
    <p:notesMasterId r:id="rId18"/>
  </p:notesMasterIdLst>
  <p:sldIdLst>
    <p:sldId id="2147374900" r:id="rId6"/>
    <p:sldId id="2147374796" r:id="rId7"/>
    <p:sldId id="274" r:id="rId8"/>
    <p:sldId id="278" r:id="rId9"/>
    <p:sldId id="279" r:id="rId10"/>
    <p:sldId id="2147374903" r:id="rId11"/>
    <p:sldId id="2147374980" r:id="rId12"/>
    <p:sldId id="287" r:id="rId13"/>
    <p:sldId id="2147375016" r:id="rId14"/>
    <p:sldId id="2147375015" r:id="rId15"/>
    <p:sldId id="2147375017" r:id="rId16"/>
    <p:sldId id="2147375018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Cover" id="{56F50D5B-96BC-43EE-9F7D-11A04E540D15}">
          <p14:sldIdLst>
            <p14:sldId id="2147374900"/>
            <p14:sldId id="2147374796"/>
            <p14:sldId id="274"/>
            <p14:sldId id="278"/>
            <p14:sldId id="279"/>
          </p14:sldIdLst>
        </p14:section>
        <p14:section name="GAIT" id="{AD8FF21C-983D-43F0-AE66-DA716397399A}">
          <p14:sldIdLst>
            <p14:sldId id="2147374903"/>
          </p14:sldIdLst>
        </p14:section>
        <p14:section name="VAST" id="{9F8FC4AE-3ABE-413C-B460-E66A89AD3320}">
          <p14:sldIdLst>
            <p14:sldId id="2147374980"/>
          </p14:sldIdLst>
        </p14:section>
        <p14:section name="ModSim" id="{5A206F96-3836-4C9C-BA3C-F30208F7A9F4}">
          <p14:sldIdLst>
            <p14:sldId id="287"/>
          </p14:sldIdLst>
        </p14:section>
        <p14:section name="AI Ops" id="{EC4FC1E0-85DC-45C7-97C2-FC98E88C350F}">
          <p14:sldIdLst>
            <p14:sldId id="2147375016"/>
          </p14:sldIdLst>
        </p14:section>
        <p14:section name="IT - 1LMX" id="{0F7D14C0-DB08-4823-964C-6AD76161C37D}">
          <p14:sldIdLst>
            <p14:sldId id="2147375015"/>
          </p14:sldIdLst>
        </p14:section>
        <p14:section name="RSA" id="{E25EE9E7-7E48-41AC-9A77-13958797C397}">
          <p14:sldIdLst>
            <p14:sldId id="2147375017"/>
          </p14:sldIdLst>
        </p14:section>
        <p14:section name="Systems Engineering" id="{6840CAFC-33E1-4C91-816F-7BA0934D1DE6}">
          <p14:sldIdLst>
            <p14:sldId id="2147375018"/>
          </p14:sldIdLst>
        </p14:section>
        <p14:section name="Template" id="{0484942B-0B56-4058-B961-ECB5EA96717E}">
          <p14:sldIdLst/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92735"/>
    <a:srgbClr val="104862"/>
    <a:srgbClr val="D5E5FF"/>
    <a:srgbClr val="4D759A"/>
    <a:srgbClr val="999EA2"/>
    <a:srgbClr val="073763"/>
    <a:srgbClr val="6FA2D0"/>
    <a:srgbClr val="96B3C0"/>
    <a:srgbClr val="B0C6D0"/>
    <a:srgbClr val="0E284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63A8DB6-82FB-7A3D-58CB-32876DCD1D08}" v="174" dt="2026-08-04T07:06:27.363"/>
  </p1510:revLst>
</p1510:revInfo>
</file>

<file path=ppt/tableStyles.xml><?xml version="1.0" encoding="utf-8"?>
<a:tblStyleLst xmlns:a="http://schemas.openxmlformats.org/drawingml/2006/main" def="{5C22544A-7EE6-4342-B048-85BDC9FD1C3A}"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20" d="100"/>
          <a:sy n="120" d="100"/>
        </p:scale>
        <p:origin x="1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10.xml"/><Relationship Id="rId23" Type="http://schemas.microsoft.com/office/2015/10/relationships/revisionInfo" Target="revisionInfo.xml"/><Relationship Id="rId10" Type="http://schemas.openxmlformats.org/officeDocument/2006/relationships/slide" Target="slides/slide5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7A07B9-F511-4F19-8A3D-37D5F467D4A3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73DEDD1-7B22-49A2-88C0-1EDB81299E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66474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ue 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D33F7BAC-152D-C166-040A-38B037DED7D8}"/>
              </a:ext>
            </a:extLst>
          </p:cNvPr>
          <p:cNvGrpSpPr/>
          <p:nvPr userDrawn="1"/>
        </p:nvGrpSpPr>
        <p:grpSpPr>
          <a:xfrm>
            <a:off x="152400" y="6231784"/>
            <a:ext cx="12039600" cy="626216"/>
            <a:chOff x="152400" y="6231784"/>
            <a:chExt cx="12039600" cy="626216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302EBD48-AA04-F31C-CE37-AA09A6C78978}"/>
                </a:ext>
              </a:extLst>
            </p:cNvPr>
            <p:cNvSpPr/>
            <p:nvPr userDrawn="1"/>
          </p:nvSpPr>
          <p:spPr>
            <a:xfrm>
              <a:off x="152400" y="6553200"/>
              <a:ext cx="284480" cy="26416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0978359E-23FB-0B43-1994-7B1EE96D6309}"/>
                </a:ext>
              </a:extLst>
            </p:cNvPr>
            <p:cNvSpPr/>
            <p:nvPr userDrawn="1"/>
          </p:nvSpPr>
          <p:spPr>
            <a:xfrm>
              <a:off x="9001760" y="6231784"/>
              <a:ext cx="3190240" cy="62621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7" name="Rectangle 16">
            <a:extLst>
              <a:ext uri="{FF2B5EF4-FFF2-40B4-BE49-F238E27FC236}">
                <a16:creationId xmlns:a16="http://schemas.microsoft.com/office/drawing/2014/main" id="{891FA71E-0212-4DBE-A395-9FE7E0C98054}"/>
              </a:ext>
            </a:extLst>
          </p:cNvPr>
          <p:cNvSpPr/>
          <p:nvPr userDrawn="1"/>
        </p:nvSpPr>
        <p:spPr>
          <a:xfrm>
            <a:off x="-1" y="-94883"/>
            <a:ext cx="12192001" cy="4803982"/>
          </a:xfrm>
          <a:prstGeom prst="rect">
            <a:avLst/>
          </a:prstGeom>
          <a:solidFill>
            <a:srgbClr val="00347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ext Placeholder 22">
            <a:extLst>
              <a:ext uri="{FF2B5EF4-FFF2-40B4-BE49-F238E27FC236}">
                <a16:creationId xmlns:a16="http://schemas.microsoft.com/office/drawing/2014/main" id="{399F38E9-0B99-4D1D-B88F-6FAB4BE2860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39968" y="4990191"/>
            <a:ext cx="5803900" cy="439737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en-US" sz="2800" b="1" kern="1200" dirty="0" smtClean="0">
                <a:solidFill>
                  <a:srgbClr val="003478"/>
                </a:solidFill>
                <a:latin typeface="+mn-lt"/>
                <a:ea typeface="+mj-ea"/>
                <a:cs typeface="Calibri" panose="020F050202020403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25" name="Text Placeholder 22">
            <a:extLst>
              <a:ext uri="{FF2B5EF4-FFF2-40B4-BE49-F238E27FC236}">
                <a16:creationId xmlns:a16="http://schemas.microsoft.com/office/drawing/2014/main" id="{B18D4118-BF90-462F-9D5A-CEE417B46C3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39968" y="5493495"/>
            <a:ext cx="5803900" cy="439737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en-US" sz="1800" b="0" kern="1200" cap="none" baseline="0" dirty="0" smtClean="0">
                <a:solidFill>
                  <a:schemeClr val="bg1"/>
                </a:solidFill>
                <a:latin typeface="+mn-lt"/>
                <a:ea typeface="+mn-ea"/>
                <a:cs typeface="Calibri" panose="020F050202020403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Presentation Subtitle (Optional)</a:t>
            </a:r>
          </a:p>
        </p:txBody>
      </p:sp>
      <p:sp>
        <p:nvSpPr>
          <p:cNvPr id="28" name="Text Placeholder 22">
            <a:extLst>
              <a:ext uri="{FF2B5EF4-FFF2-40B4-BE49-F238E27FC236}">
                <a16:creationId xmlns:a16="http://schemas.microsoft.com/office/drawing/2014/main" id="{F0D77D0A-1632-4CDC-A4D3-915F3444BD6D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39968" y="6068095"/>
            <a:ext cx="3104322" cy="286739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en-US" sz="1200" b="1" kern="1200" cap="none" baseline="0" dirty="0" smtClean="0">
                <a:solidFill>
                  <a:schemeClr val="bg1"/>
                </a:solidFill>
                <a:latin typeface="+mn-lt"/>
                <a:ea typeface="+mn-ea"/>
                <a:cs typeface="Calibri" panose="020F050202020403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Presenter Name, Full Title</a:t>
            </a:r>
          </a:p>
        </p:txBody>
      </p:sp>
      <p:sp>
        <p:nvSpPr>
          <p:cNvPr id="6" name="Text Placeholder 22">
            <a:extLst>
              <a:ext uri="{FF2B5EF4-FFF2-40B4-BE49-F238E27FC236}">
                <a16:creationId xmlns:a16="http://schemas.microsoft.com/office/drawing/2014/main" id="{EC51FD09-7A7E-68BC-55B2-2AA99FDC3AB4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40079" y="2743200"/>
            <a:ext cx="8937553" cy="881137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en-US" sz="4000" b="1" kern="1200" dirty="0" smtClean="0">
                <a:solidFill>
                  <a:schemeClr val="bg1"/>
                </a:solidFill>
                <a:latin typeface="+mn-lt"/>
                <a:ea typeface="+mj-ea"/>
                <a:cs typeface="Calibri" panose="020F050202020403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Title Slide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D61AC76D-6CDF-4CA7-F62C-39F36B29F3C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887968" y="5349240"/>
            <a:ext cx="2761488" cy="4170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096495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384">
          <p15:clr>
            <a:srgbClr val="FBAE40"/>
          </p15:clr>
        </p15:guide>
        <p15:guide id="2" pos="3840">
          <p15:clr>
            <a:srgbClr val="FBAE40"/>
          </p15:clr>
        </p15:guide>
        <p15:guide id="3" pos="2568">
          <p15:clr>
            <a:srgbClr val="FBAE40"/>
          </p15:clr>
        </p15:guide>
        <p15:guide id="4" pos="5112">
          <p15:clr>
            <a:srgbClr val="FBAE40"/>
          </p15:clr>
        </p15:guide>
        <p15:guide id="5" orient="horz" pos="2160">
          <p15:clr>
            <a:srgbClr val="FBAE40"/>
          </p15:clr>
        </p15:guide>
        <p15:guide id="6" orient="horz" pos="3456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hite 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A0CED8CA-A72F-AF21-6058-B4237E952BC4}"/>
              </a:ext>
            </a:extLst>
          </p:cNvPr>
          <p:cNvGrpSpPr/>
          <p:nvPr userDrawn="1"/>
        </p:nvGrpSpPr>
        <p:grpSpPr>
          <a:xfrm>
            <a:off x="152400" y="6231784"/>
            <a:ext cx="12039600" cy="626216"/>
            <a:chOff x="152400" y="6231784"/>
            <a:chExt cx="12039600" cy="626216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1A84C06C-A6FA-A596-03FA-7AE5AFA459C8}"/>
                </a:ext>
              </a:extLst>
            </p:cNvPr>
            <p:cNvSpPr/>
            <p:nvPr userDrawn="1"/>
          </p:nvSpPr>
          <p:spPr>
            <a:xfrm>
              <a:off x="152400" y="6553200"/>
              <a:ext cx="284480" cy="26416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5559D86A-95E7-9D68-C20E-16547174097B}"/>
                </a:ext>
              </a:extLst>
            </p:cNvPr>
            <p:cNvSpPr/>
            <p:nvPr userDrawn="1"/>
          </p:nvSpPr>
          <p:spPr>
            <a:xfrm>
              <a:off x="9001760" y="6231784"/>
              <a:ext cx="3190240" cy="62621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5" name="Rectangle 4">
            <a:extLst>
              <a:ext uri="{FF2B5EF4-FFF2-40B4-BE49-F238E27FC236}">
                <a16:creationId xmlns:a16="http://schemas.microsoft.com/office/drawing/2014/main" id="{0C6617D5-B90F-45FD-B3DA-A0A816BE6062}"/>
              </a:ext>
            </a:extLst>
          </p:cNvPr>
          <p:cNvSpPr/>
          <p:nvPr userDrawn="1"/>
        </p:nvSpPr>
        <p:spPr>
          <a:xfrm>
            <a:off x="0" y="4661452"/>
            <a:ext cx="12191999" cy="8828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ext Placeholder 22">
            <a:extLst>
              <a:ext uri="{FF2B5EF4-FFF2-40B4-BE49-F238E27FC236}">
                <a16:creationId xmlns:a16="http://schemas.microsoft.com/office/drawing/2014/main" id="{399F38E9-0B99-4D1D-B88F-6FAB4BE2860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39968" y="4990191"/>
            <a:ext cx="5803900" cy="439737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en-US" sz="2800" b="1" kern="1200" dirty="0" smtClean="0">
                <a:solidFill>
                  <a:srgbClr val="003478"/>
                </a:solidFill>
                <a:latin typeface="+mn-lt"/>
                <a:ea typeface="+mj-ea"/>
                <a:cs typeface="Calibri" panose="020F050202020403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25" name="Text Placeholder 22">
            <a:extLst>
              <a:ext uri="{FF2B5EF4-FFF2-40B4-BE49-F238E27FC236}">
                <a16:creationId xmlns:a16="http://schemas.microsoft.com/office/drawing/2014/main" id="{B18D4118-BF90-462F-9D5A-CEE417B46C3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39968" y="5493495"/>
            <a:ext cx="5803900" cy="439737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en-US" sz="1800" b="0" kern="1200" cap="none" baseline="0" dirty="0" smtClean="0">
                <a:solidFill>
                  <a:schemeClr val="tx1"/>
                </a:solidFill>
                <a:latin typeface="+mn-lt"/>
                <a:ea typeface="+mn-ea"/>
                <a:cs typeface="Calibri" panose="020F050202020403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Presentation Subtitle (Optional)</a:t>
            </a:r>
          </a:p>
        </p:txBody>
      </p:sp>
      <p:sp>
        <p:nvSpPr>
          <p:cNvPr id="28" name="Text Placeholder 22">
            <a:extLst>
              <a:ext uri="{FF2B5EF4-FFF2-40B4-BE49-F238E27FC236}">
                <a16:creationId xmlns:a16="http://schemas.microsoft.com/office/drawing/2014/main" id="{F0D77D0A-1632-4CDC-A4D3-915F3444BD6D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39968" y="6068095"/>
            <a:ext cx="3104322" cy="286739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en-US" sz="1200" b="1" kern="1200" cap="none" baseline="0" dirty="0" smtClean="0">
                <a:solidFill>
                  <a:schemeClr val="tx1"/>
                </a:solidFill>
                <a:latin typeface="+mn-lt"/>
                <a:ea typeface="+mn-ea"/>
                <a:cs typeface="Calibri" panose="020F050202020403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Presenter Name, Full Title</a:t>
            </a:r>
          </a:p>
        </p:txBody>
      </p:sp>
      <p:sp>
        <p:nvSpPr>
          <p:cNvPr id="6" name="Text Placeholder 22">
            <a:extLst>
              <a:ext uri="{FF2B5EF4-FFF2-40B4-BE49-F238E27FC236}">
                <a16:creationId xmlns:a16="http://schemas.microsoft.com/office/drawing/2014/main" id="{EC51FD09-7A7E-68BC-55B2-2AA99FDC3AB4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40079" y="2743200"/>
            <a:ext cx="8937553" cy="881137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en-US" sz="4000" b="1" kern="1200" dirty="0" smtClean="0">
                <a:solidFill>
                  <a:srgbClr val="003478"/>
                </a:solidFill>
                <a:latin typeface="+mn-lt"/>
                <a:ea typeface="+mj-ea"/>
                <a:cs typeface="Calibri" panose="020F050202020403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Title Slide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D61AC76D-6CDF-4CA7-F62C-39F36B29F3C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887968" y="5349240"/>
            <a:ext cx="2761488" cy="4170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043781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384">
          <p15:clr>
            <a:srgbClr val="FBAE40"/>
          </p15:clr>
        </p15:guide>
        <p15:guide id="2" pos="3840">
          <p15:clr>
            <a:srgbClr val="FBAE40"/>
          </p15:clr>
        </p15:guide>
        <p15:guide id="3" pos="2568">
          <p15:clr>
            <a:srgbClr val="FBAE40"/>
          </p15:clr>
        </p15:guide>
        <p15:guide id="4" pos="5112">
          <p15:clr>
            <a:srgbClr val="FBAE40"/>
          </p15:clr>
        </p15:guide>
        <p15:guide id="5" orient="horz" pos="2160">
          <p15:clr>
            <a:srgbClr val="FBAE40"/>
          </p15:clr>
        </p15:guide>
        <p15:guide id="6" orient="horz" pos="3456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lt Title Slide Three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BECD94B9-DFF9-807C-B9A1-77549D5D25B1}"/>
              </a:ext>
            </a:extLst>
          </p:cNvPr>
          <p:cNvGrpSpPr/>
          <p:nvPr userDrawn="1"/>
        </p:nvGrpSpPr>
        <p:grpSpPr>
          <a:xfrm>
            <a:off x="152400" y="6231784"/>
            <a:ext cx="12039600" cy="626216"/>
            <a:chOff x="152400" y="6231784"/>
            <a:chExt cx="12039600" cy="626216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05840EFC-BB72-97B2-E7BE-58DC1EF3C828}"/>
                </a:ext>
              </a:extLst>
            </p:cNvPr>
            <p:cNvSpPr/>
            <p:nvPr userDrawn="1"/>
          </p:nvSpPr>
          <p:spPr>
            <a:xfrm>
              <a:off x="152400" y="6553200"/>
              <a:ext cx="284480" cy="26416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15A6C6A6-4E1E-C018-A755-D4F7FD9AEB3C}"/>
                </a:ext>
              </a:extLst>
            </p:cNvPr>
            <p:cNvSpPr/>
            <p:nvPr userDrawn="1"/>
          </p:nvSpPr>
          <p:spPr>
            <a:xfrm>
              <a:off x="9001760" y="6231784"/>
              <a:ext cx="3190240" cy="62621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1" name="Picture Placeholder 3">
            <a:extLst>
              <a:ext uri="{FF2B5EF4-FFF2-40B4-BE49-F238E27FC236}">
                <a16:creationId xmlns:a16="http://schemas.microsoft.com/office/drawing/2014/main" id="{DDB7EFD5-F946-484D-A6C2-5B2D6182EA91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0" y="-28"/>
            <a:ext cx="4052888" cy="4661481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2" name="Picture Placeholder 3">
            <a:extLst>
              <a:ext uri="{FF2B5EF4-FFF2-40B4-BE49-F238E27FC236}">
                <a16:creationId xmlns:a16="http://schemas.microsoft.com/office/drawing/2014/main" id="{2E7EBE47-C42F-463E-A18D-5FA034BA22CD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4069556" y="-28"/>
            <a:ext cx="4052888" cy="4661481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3" name="Picture Placeholder 3">
            <a:extLst>
              <a:ext uri="{FF2B5EF4-FFF2-40B4-BE49-F238E27FC236}">
                <a16:creationId xmlns:a16="http://schemas.microsoft.com/office/drawing/2014/main" id="{8328F9AF-62EA-4F6E-BF8B-65716F02AC8D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8139112" y="-28"/>
            <a:ext cx="4052888" cy="4661481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4" name="Text Placeholder 22">
            <a:extLst>
              <a:ext uri="{FF2B5EF4-FFF2-40B4-BE49-F238E27FC236}">
                <a16:creationId xmlns:a16="http://schemas.microsoft.com/office/drawing/2014/main" id="{399F38E9-0B99-4D1D-B88F-6FAB4BE2860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39968" y="4990191"/>
            <a:ext cx="5803900" cy="439737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en-US" sz="2800" b="1" kern="1200" dirty="0" smtClean="0">
                <a:solidFill>
                  <a:srgbClr val="003478"/>
                </a:solidFill>
                <a:latin typeface="+mn-lt"/>
                <a:ea typeface="+mj-ea"/>
                <a:cs typeface="Calibri" panose="020F050202020403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25" name="Text Placeholder 22">
            <a:extLst>
              <a:ext uri="{FF2B5EF4-FFF2-40B4-BE49-F238E27FC236}">
                <a16:creationId xmlns:a16="http://schemas.microsoft.com/office/drawing/2014/main" id="{B18D4118-BF90-462F-9D5A-CEE417B46C3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39968" y="5493495"/>
            <a:ext cx="5803900" cy="439737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en-US" sz="1800" b="0" kern="1200" cap="none" baseline="0" dirty="0" smtClean="0">
                <a:solidFill>
                  <a:schemeClr val="tx1"/>
                </a:solidFill>
                <a:latin typeface="+mn-lt"/>
                <a:ea typeface="+mn-ea"/>
                <a:cs typeface="Calibri" panose="020F050202020403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Presentation Subtitle (Optional)</a:t>
            </a:r>
          </a:p>
        </p:txBody>
      </p:sp>
      <p:sp>
        <p:nvSpPr>
          <p:cNvPr id="28" name="Text Placeholder 22">
            <a:extLst>
              <a:ext uri="{FF2B5EF4-FFF2-40B4-BE49-F238E27FC236}">
                <a16:creationId xmlns:a16="http://schemas.microsoft.com/office/drawing/2014/main" id="{F0D77D0A-1632-4CDC-A4D3-915F3444BD6D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39968" y="6068095"/>
            <a:ext cx="3104322" cy="286739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en-US" sz="1200" b="1" kern="1200" cap="none" baseline="0" dirty="0" smtClean="0">
                <a:solidFill>
                  <a:schemeClr val="tx1"/>
                </a:solidFill>
                <a:latin typeface="+mn-lt"/>
                <a:ea typeface="+mn-ea"/>
                <a:cs typeface="Calibri" panose="020F050202020403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Presenter Name, Full Title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91FA71E-0212-4DBE-A395-9FE7E0C98054}"/>
              </a:ext>
            </a:extLst>
          </p:cNvPr>
          <p:cNvSpPr/>
          <p:nvPr userDrawn="1"/>
        </p:nvSpPr>
        <p:spPr>
          <a:xfrm>
            <a:off x="-1" y="4654799"/>
            <a:ext cx="12196259" cy="94939"/>
          </a:xfrm>
          <a:prstGeom prst="rect">
            <a:avLst/>
          </a:prstGeom>
          <a:solidFill>
            <a:srgbClr val="00347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83DA93E-93EF-F094-1611-02708914352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887968" y="5349240"/>
            <a:ext cx="2761488" cy="4170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51130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384">
          <p15:clr>
            <a:srgbClr val="FBAE40"/>
          </p15:clr>
        </p15:guide>
        <p15:guide id="2" pos="3840">
          <p15:clr>
            <a:srgbClr val="FBAE40"/>
          </p15:clr>
        </p15:guide>
        <p15:guide id="3" pos="2568">
          <p15:clr>
            <a:srgbClr val="FBAE40"/>
          </p15:clr>
        </p15:guide>
        <p15:guide id="4" pos="5112">
          <p15:clr>
            <a:srgbClr val="FBAE40"/>
          </p15:clr>
        </p15:guide>
        <p15:guide id="5" orient="horz" pos="2160">
          <p15:clr>
            <a:srgbClr val="FBAE40"/>
          </p15:clr>
        </p15:guide>
        <p15:guide id="6" orient="horz" pos="3456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tl Title Slide One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8B6E6071-A85C-040F-9013-6AEEC1A87633}"/>
              </a:ext>
            </a:extLst>
          </p:cNvPr>
          <p:cNvGrpSpPr/>
          <p:nvPr userDrawn="1"/>
        </p:nvGrpSpPr>
        <p:grpSpPr>
          <a:xfrm>
            <a:off x="152400" y="6231784"/>
            <a:ext cx="12039600" cy="626216"/>
            <a:chOff x="152400" y="6231784"/>
            <a:chExt cx="12039600" cy="626216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F9469CC1-D66A-0D10-A801-C48C66F8BF79}"/>
                </a:ext>
              </a:extLst>
            </p:cNvPr>
            <p:cNvSpPr/>
            <p:nvPr userDrawn="1"/>
          </p:nvSpPr>
          <p:spPr>
            <a:xfrm>
              <a:off x="152400" y="6553200"/>
              <a:ext cx="284480" cy="26416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7F7C3730-9678-0626-8486-94705E3F7965}"/>
                </a:ext>
              </a:extLst>
            </p:cNvPr>
            <p:cNvSpPr/>
            <p:nvPr userDrawn="1"/>
          </p:nvSpPr>
          <p:spPr>
            <a:xfrm>
              <a:off x="9001760" y="6231784"/>
              <a:ext cx="3190240" cy="62621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1" name="Picture Placeholder 3">
            <a:extLst>
              <a:ext uri="{FF2B5EF4-FFF2-40B4-BE49-F238E27FC236}">
                <a16:creationId xmlns:a16="http://schemas.microsoft.com/office/drawing/2014/main" id="{DDB7EFD5-F946-484D-A6C2-5B2D6182EA91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0" y="-10188"/>
            <a:ext cx="12191998" cy="4661481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4" name="Text Placeholder 22">
            <a:extLst>
              <a:ext uri="{FF2B5EF4-FFF2-40B4-BE49-F238E27FC236}">
                <a16:creationId xmlns:a16="http://schemas.microsoft.com/office/drawing/2014/main" id="{399F38E9-0B99-4D1D-B88F-6FAB4BE2860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39968" y="4990191"/>
            <a:ext cx="5803900" cy="439737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en-US" sz="2800" b="1" kern="1200" dirty="0" smtClean="0">
                <a:solidFill>
                  <a:srgbClr val="003478"/>
                </a:solidFill>
                <a:latin typeface="+mn-lt"/>
                <a:ea typeface="+mj-ea"/>
                <a:cs typeface="Calibri" panose="020F050202020403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25" name="Text Placeholder 22">
            <a:extLst>
              <a:ext uri="{FF2B5EF4-FFF2-40B4-BE49-F238E27FC236}">
                <a16:creationId xmlns:a16="http://schemas.microsoft.com/office/drawing/2014/main" id="{B18D4118-BF90-462F-9D5A-CEE417B46C3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39968" y="5493495"/>
            <a:ext cx="5803900" cy="439737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en-US" sz="1800" b="0" kern="1200" cap="none" baseline="0" dirty="0" smtClean="0">
                <a:solidFill>
                  <a:schemeClr val="tx1"/>
                </a:solidFill>
                <a:latin typeface="+mn-lt"/>
                <a:ea typeface="+mn-ea"/>
                <a:cs typeface="Calibri" panose="020F050202020403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Presentation Subtitle (Optional)</a:t>
            </a:r>
          </a:p>
        </p:txBody>
      </p:sp>
      <p:sp>
        <p:nvSpPr>
          <p:cNvPr id="28" name="Text Placeholder 22">
            <a:extLst>
              <a:ext uri="{FF2B5EF4-FFF2-40B4-BE49-F238E27FC236}">
                <a16:creationId xmlns:a16="http://schemas.microsoft.com/office/drawing/2014/main" id="{F0D77D0A-1632-4CDC-A4D3-915F3444BD6D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39968" y="6068095"/>
            <a:ext cx="3104322" cy="286739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en-US" sz="1200" b="1" kern="1200" cap="none" baseline="0" dirty="0" smtClean="0">
                <a:solidFill>
                  <a:schemeClr val="tx1"/>
                </a:solidFill>
                <a:latin typeface="+mn-lt"/>
                <a:ea typeface="+mn-ea"/>
                <a:cs typeface="Calibri" panose="020F050202020403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Presenter Name, Full Title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91FA71E-0212-4DBE-A395-9FE7E0C98054}"/>
              </a:ext>
            </a:extLst>
          </p:cNvPr>
          <p:cNvSpPr/>
          <p:nvPr userDrawn="1"/>
        </p:nvSpPr>
        <p:spPr>
          <a:xfrm>
            <a:off x="-1" y="4654799"/>
            <a:ext cx="12196259" cy="94939"/>
          </a:xfrm>
          <a:prstGeom prst="rect">
            <a:avLst/>
          </a:prstGeom>
          <a:solidFill>
            <a:srgbClr val="00347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999DD66F-5F4F-A64F-AA49-73E46708F31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887968" y="5349240"/>
            <a:ext cx="2761488" cy="4170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041990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384">
          <p15:clr>
            <a:srgbClr val="FBAE40"/>
          </p15:clr>
        </p15:guide>
        <p15:guide id="2" pos="3840">
          <p15:clr>
            <a:srgbClr val="FBAE40"/>
          </p15:clr>
        </p15:guide>
        <p15:guide id="3" pos="2568">
          <p15:clr>
            <a:srgbClr val="FBAE40"/>
          </p15:clr>
        </p15:guide>
        <p15:guide id="4" pos="5112">
          <p15:clr>
            <a:srgbClr val="FBAE40"/>
          </p15:clr>
        </p15:guide>
        <p15:guide id="5" orient="horz" pos="2160">
          <p15:clr>
            <a:srgbClr val="FBAE40"/>
          </p15:clr>
        </p15:guide>
        <p15:guide id="6" orient="horz" pos="3456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with call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04570CFE-0D40-4114-88B7-2BA43DB1FF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459252" y="0"/>
            <a:ext cx="3732748" cy="6858001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F41C60BF-CFA2-410A-B843-9CEAFCB519FD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09600" y="1335024"/>
            <a:ext cx="7505700" cy="4205287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None/>
              <a:defRPr sz="1800"/>
            </a:lvl1pPr>
            <a:lvl2pPr marL="457200" inden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Symbol" panose="05050102010706020507" pitchFamily="18" charset="2"/>
              <a:buNone/>
              <a:defRPr sz="1800"/>
            </a:lvl2pPr>
            <a:lvl3pPr marL="914400" inden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None/>
              <a:defRPr sz="1600"/>
            </a:lvl3pPr>
            <a:lvl4pPr marL="1371600" inden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Symbol" panose="05050102010706020507" pitchFamily="18" charset="2"/>
              <a:buNone/>
              <a:defRPr sz="1400"/>
            </a:lvl4pPr>
            <a:lvl5pPr marL="1828800" inden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None/>
              <a:defRPr sz="1400"/>
            </a:lvl5pPr>
            <a:lvl6pPr marL="2286000" inden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Symbol" panose="05050102010706020507" pitchFamily="18" charset="2"/>
              <a:buNone/>
              <a:defRPr sz="1400"/>
            </a:lvl6pPr>
          </a:lstStyle>
          <a:p>
            <a:pPr lvl="0"/>
            <a:r>
              <a:rPr lang="en-US"/>
              <a:t>Click to edit text</a:t>
            </a:r>
          </a:p>
          <a:p>
            <a:pPr lvl="0"/>
            <a:endParaRPr lang="en-US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EAF92B20-A5A6-4909-A73A-C6C85E980ED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" y="504671"/>
            <a:ext cx="6629400" cy="684362"/>
          </a:xfrm>
          <a:prstGeom prst="rect">
            <a:avLst/>
          </a:prstGeom>
        </p:spPr>
        <p:txBody>
          <a:bodyPr/>
          <a:lstStyle>
            <a:lvl1pPr>
              <a:defRPr sz="2800" b="1" i="0">
                <a:solidFill>
                  <a:srgbClr val="003478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Title Style</a:t>
            </a:r>
          </a:p>
        </p:txBody>
      </p:sp>
      <p:sp>
        <p:nvSpPr>
          <p:cNvPr id="9" name="Text Placeholder 18">
            <a:extLst>
              <a:ext uri="{FF2B5EF4-FFF2-40B4-BE49-F238E27FC236}">
                <a16:creationId xmlns:a16="http://schemas.microsoft.com/office/drawing/2014/main" id="{2262C48F-4708-42DE-8E80-44A3B0CD34B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817055" y="2216427"/>
            <a:ext cx="2998301" cy="1590260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4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12">
            <a:extLst>
              <a:ext uri="{FF2B5EF4-FFF2-40B4-BE49-F238E27FC236}">
                <a16:creationId xmlns:a16="http://schemas.microsoft.com/office/drawing/2014/main" id="{10A8ED32-609D-7C19-DC91-94205136831A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09599" y="5719303"/>
            <a:ext cx="7524308" cy="472518"/>
          </a:xfrm>
          <a:prstGeom prst="rect">
            <a:avLst/>
          </a:prstGeom>
          <a:solidFill>
            <a:srgbClr val="003478">
              <a:alpha val="10000"/>
            </a:srgbClr>
          </a:solidFill>
          <a:ln>
            <a:noFill/>
          </a:ln>
          <a:effectLst/>
          <a:scene3d>
            <a:camera prst="orthographicFront"/>
            <a:lightRig rig="brightRoom" dir="t">
              <a:rot lat="0" lon="0" rev="600000"/>
            </a:lightRig>
          </a:scene3d>
          <a:sp3d prstMaterial="metal"/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lang="en-US" sz="2000" b="0" kern="1200" cap="none" spc="-10" baseline="0" dirty="0">
                <a:solidFill>
                  <a:srgbClr val="003478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Add message here.</a:t>
            </a:r>
          </a:p>
        </p:txBody>
      </p:sp>
    </p:spTree>
    <p:extLst>
      <p:ext uri="{BB962C8B-B14F-4D97-AF65-F5344CB8AC3E}">
        <p14:creationId xmlns:p14="http://schemas.microsoft.com/office/powerpoint/2010/main" val="37240522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49469F77-D9CE-43A9-9C6F-5AAA6A3F0E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459252" y="0"/>
            <a:ext cx="3732748" cy="6858001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04720C3-3808-4215-B0DC-3782872EA28F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09600" y="1335024"/>
            <a:ext cx="7505700" cy="4205287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defRPr sz="1800"/>
            </a:lvl1pPr>
            <a:lvl2pPr marL="685800" indent="-22860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Symbol" panose="05050102010706020507" pitchFamily="18" charset="2"/>
              <a:buChar char="-"/>
              <a:defRPr sz="1600"/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defRPr sz="1400"/>
            </a:lvl3pPr>
            <a:lvl4pPr marL="1600200" indent="-22860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Symbol" panose="05050102010706020507" pitchFamily="18" charset="2"/>
              <a:buChar char="-"/>
              <a:defRPr sz="1200"/>
            </a:lvl4pPr>
            <a:lvl5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defRPr sz="1200"/>
            </a:lvl5pPr>
            <a:lvl6pPr marL="2514600" indent="-22860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Symbol" panose="05050102010706020507" pitchFamily="18" charset="2"/>
              <a:buChar char="-"/>
              <a:defRPr sz="1200"/>
            </a:lvl6pPr>
          </a:lstStyle>
          <a:p>
            <a:pPr lvl="0"/>
            <a:r>
              <a:rPr lang="en-US"/>
              <a:t>Click to 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DC1A0D84-BBEA-4099-9778-A9363A2BADE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" y="504671"/>
            <a:ext cx="6629400" cy="684362"/>
          </a:xfrm>
          <a:prstGeom prst="rect">
            <a:avLst/>
          </a:prstGeom>
        </p:spPr>
        <p:txBody>
          <a:bodyPr/>
          <a:lstStyle>
            <a:lvl1pPr>
              <a:defRPr sz="2800" b="1" i="0">
                <a:solidFill>
                  <a:srgbClr val="002F6C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Title Style</a:t>
            </a:r>
          </a:p>
        </p:txBody>
      </p:sp>
      <p:sp>
        <p:nvSpPr>
          <p:cNvPr id="20" name="Text Placeholder 18">
            <a:extLst>
              <a:ext uri="{FF2B5EF4-FFF2-40B4-BE49-F238E27FC236}">
                <a16:creationId xmlns:a16="http://schemas.microsoft.com/office/drawing/2014/main" id="{3210C54A-DD08-4364-8254-1321A8844AB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815825" y="2216427"/>
            <a:ext cx="2998301" cy="1590260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4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23D48B3-C899-488E-8ADA-A4B90B205F83}"/>
              </a:ext>
            </a:extLst>
          </p:cNvPr>
          <p:cNvSpPr/>
          <p:nvPr userDrawn="1"/>
        </p:nvSpPr>
        <p:spPr>
          <a:xfrm>
            <a:off x="8815359" y="3970165"/>
            <a:ext cx="2999232" cy="94939"/>
          </a:xfrm>
          <a:prstGeom prst="rect">
            <a:avLst/>
          </a:prstGeom>
          <a:solidFill>
            <a:srgbClr val="00347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 Placeholder 12">
            <a:extLst>
              <a:ext uri="{FF2B5EF4-FFF2-40B4-BE49-F238E27FC236}">
                <a16:creationId xmlns:a16="http://schemas.microsoft.com/office/drawing/2014/main" id="{572F4A05-4C17-6B0C-4237-3C99BA564937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09599" y="5719303"/>
            <a:ext cx="7524308" cy="472518"/>
          </a:xfrm>
          <a:prstGeom prst="rect">
            <a:avLst/>
          </a:prstGeom>
          <a:solidFill>
            <a:srgbClr val="003478">
              <a:alpha val="10000"/>
            </a:srgbClr>
          </a:solidFill>
          <a:ln>
            <a:noFill/>
          </a:ln>
          <a:effectLst/>
          <a:scene3d>
            <a:camera prst="orthographicFront"/>
            <a:lightRig rig="brightRoom" dir="t">
              <a:rot lat="0" lon="0" rev="600000"/>
            </a:lightRig>
          </a:scene3d>
          <a:sp3d prstMaterial="metal"/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lang="en-US" sz="2000" b="0" kern="1200" cap="none" spc="-10" baseline="0" dirty="0">
                <a:solidFill>
                  <a:srgbClr val="003478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Add message here.</a:t>
            </a:r>
          </a:p>
        </p:txBody>
      </p:sp>
    </p:spTree>
    <p:extLst>
      <p:ext uri="{BB962C8B-B14F-4D97-AF65-F5344CB8AC3E}">
        <p14:creationId xmlns:p14="http://schemas.microsoft.com/office/powerpoint/2010/main" val="30406997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with Support Image or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AB15F6E8-53C2-1636-4DE5-37E2A1B240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" y="504671"/>
            <a:ext cx="10983686" cy="684362"/>
          </a:xfrm>
          <a:prstGeom prst="rect">
            <a:avLst/>
          </a:prstGeom>
        </p:spPr>
        <p:txBody>
          <a:bodyPr/>
          <a:lstStyle>
            <a:lvl1pPr>
              <a:defRPr sz="2800" b="1" i="0">
                <a:solidFill>
                  <a:srgbClr val="003478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Title Style</a:t>
            </a:r>
          </a:p>
        </p:txBody>
      </p:sp>
      <p:sp>
        <p:nvSpPr>
          <p:cNvPr id="7" name="Text Placeholder 12">
            <a:extLst>
              <a:ext uri="{FF2B5EF4-FFF2-40B4-BE49-F238E27FC236}">
                <a16:creationId xmlns:a16="http://schemas.microsoft.com/office/drawing/2014/main" id="{2CDF49C0-F365-3752-37B3-94BC855DB78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09599" y="5719303"/>
            <a:ext cx="10972800" cy="472518"/>
          </a:xfrm>
          <a:prstGeom prst="rect">
            <a:avLst/>
          </a:prstGeom>
          <a:solidFill>
            <a:srgbClr val="003478">
              <a:alpha val="10000"/>
            </a:srgbClr>
          </a:solidFill>
          <a:ln>
            <a:noFill/>
          </a:ln>
          <a:effectLst/>
          <a:scene3d>
            <a:camera prst="orthographicFront"/>
            <a:lightRig rig="brightRoom" dir="t">
              <a:rot lat="0" lon="0" rev="600000"/>
            </a:lightRig>
          </a:scene3d>
          <a:sp3d prstMaterial="metal"/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lang="en-US" sz="2000" b="0" kern="1200" cap="none" spc="-10" baseline="0" dirty="0">
                <a:solidFill>
                  <a:srgbClr val="003478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Add message here.</a:t>
            </a:r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9EC5017B-E62E-B053-75FD-10DCDD413972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09600" y="1341438"/>
            <a:ext cx="5324061" cy="3970097"/>
          </a:xfrm>
          <a:prstGeom prst="rect">
            <a:avLst/>
          </a:prstGeom>
          <a:solidFill>
            <a:schemeClr val="bg1"/>
          </a:solidFill>
        </p:spPr>
        <p:txBody>
          <a:bodyPr/>
          <a:lstStyle>
            <a:lvl1pPr>
              <a:lnSpc>
                <a:spcPct val="100000"/>
              </a:lnSpc>
              <a:spcBef>
                <a:spcPts val="600"/>
              </a:spcBef>
              <a:defRPr sz="1600"/>
            </a:lvl1pPr>
            <a:lvl2pPr marL="685800" indent="-228600">
              <a:lnSpc>
                <a:spcPct val="100000"/>
              </a:lnSpc>
              <a:spcBef>
                <a:spcPts val="600"/>
              </a:spcBef>
              <a:buFont typeface="Symbol" panose="05050102010706020507" pitchFamily="18" charset="2"/>
              <a:buChar char="-"/>
              <a:defRPr sz="1400"/>
            </a:lvl2pPr>
            <a:lvl3pPr>
              <a:lnSpc>
                <a:spcPct val="100000"/>
              </a:lnSpc>
              <a:spcBef>
                <a:spcPts val="600"/>
              </a:spcBef>
              <a:defRPr sz="1200"/>
            </a:lvl3pPr>
            <a:lvl4pPr marL="1600200" indent="-228600">
              <a:lnSpc>
                <a:spcPct val="100000"/>
              </a:lnSpc>
              <a:spcBef>
                <a:spcPts val="600"/>
              </a:spcBef>
              <a:buFont typeface="Symbol" panose="05050102010706020507" pitchFamily="18" charset="2"/>
              <a:buChar char="-"/>
              <a:defRPr sz="1100"/>
            </a:lvl4pPr>
            <a:lvl5pPr>
              <a:lnSpc>
                <a:spcPct val="100000"/>
              </a:lnSpc>
              <a:spcBef>
                <a:spcPts val="600"/>
              </a:spcBef>
              <a:defRPr sz="1100"/>
            </a:lvl5pPr>
            <a:lvl6pPr marL="2514600" indent="-228600">
              <a:lnSpc>
                <a:spcPct val="100000"/>
              </a:lnSpc>
              <a:spcBef>
                <a:spcPts val="600"/>
              </a:spcBef>
              <a:buFont typeface="Symbol" panose="05050102010706020507" pitchFamily="18" charset="2"/>
              <a:buChar char="-"/>
              <a:defRPr sz="1100"/>
            </a:lvl6pPr>
          </a:lstStyle>
          <a:p>
            <a:pPr lvl="0"/>
            <a:r>
              <a:rPr lang="en-US"/>
              <a:t>Click to 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</p:txBody>
      </p:sp>
      <p:sp>
        <p:nvSpPr>
          <p:cNvPr id="13" name="Content Placeholder 3">
            <a:extLst>
              <a:ext uri="{FF2B5EF4-FFF2-40B4-BE49-F238E27FC236}">
                <a16:creationId xmlns:a16="http://schemas.microsoft.com/office/drawing/2014/main" id="{E3E2E5F4-CE7B-6998-ED92-C3DF5BA028BE}"/>
              </a:ext>
            </a:extLst>
          </p:cNvPr>
          <p:cNvSpPr>
            <a:spLocks noGrp="1"/>
          </p:cNvSpPr>
          <p:nvPr>
            <p:ph sz="quarter" idx="27" hasCustomPrompt="1"/>
          </p:nvPr>
        </p:nvSpPr>
        <p:spPr>
          <a:xfrm>
            <a:off x="6096000" y="1189033"/>
            <a:ext cx="5486399" cy="4366941"/>
          </a:xfrm>
          <a:prstGeom prst="rect">
            <a:avLst/>
          </a:prstGeom>
          <a:noFill/>
        </p:spPr>
        <p:txBody>
          <a:bodyPr/>
          <a:lstStyle>
            <a:lvl1pPr marL="0" indent="0">
              <a:buNone/>
              <a:defRPr sz="20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text styles</a:t>
            </a:r>
          </a:p>
        </p:txBody>
      </p:sp>
    </p:spTree>
    <p:extLst>
      <p:ext uri="{BB962C8B-B14F-4D97-AF65-F5344CB8AC3E}">
        <p14:creationId xmlns:p14="http://schemas.microsoft.com/office/powerpoint/2010/main" val="26395644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s with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49469F77-D9CE-43A9-9C6F-5AAA6A3F0E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459252" y="0"/>
            <a:ext cx="3732748" cy="6858001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DC1A0D84-BBEA-4099-9778-A9363A2BADE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2648" y="504671"/>
            <a:ext cx="6629400" cy="684362"/>
          </a:xfrm>
          <a:prstGeom prst="rect">
            <a:avLst/>
          </a:prstGeom>
        </p:spPr>
        <p:txBody>
          <a:bodyPr/>
          <a:lstStyle>
            <a:lvl1pPr>
              <a:defRPr sz="2800" b="1" i="0">
                <a:solidFill>
                  <a:srgbClr val="003478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Title Style</a:t>
            </a:r>
          </a:p>
        </p:txBody>
      </p:sp>
      <p:sp>
        <p:nvSpPr>
          <p:cNvPr id="18" name="Text Placeholder 18">
            <a:extLst>
              <a:ext uri="{FF2B5EF4-FFF2-40B4-BE49-F238E27FC236}">
                <a16:creationId xmlns:a16="http://schemas.microsoft.com/office/drawing/2014/main" id="{B956E94C-9969-4AB2-8117-F619D597A2EC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09599" y="4798258"/>
            <a:ext cx="3610734" cy="588751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4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318F9C99-6215-4A1B-BF56-662E2AB3DC97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503961" y="4798258"/>
            <a:ext cx="3610734" cy="588751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4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18">
            <a:extLst>
              <a:ext uri="{FF2B5EF4-FFF2-40B4-BE49-F238E27FC236}">
                <a16:creationId xmlns:a16="http://schemas.microsoft.com/office/drawing/2014/main" id="{3210C54A-DD08-4364-8254-1321A8844AB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817055" y="2216427"/>
            <a:ext cx="2998301" cy="1590260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4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23D48B3-C899-488E-8ADA-A4B90B205F83}"/>
              </a:ext>
            </a:extLst>
          </p:cNvPr>
          <p:cNvSpPr/>
          <p:nvPr userDrawn="1"/>
        </p:nvSpPr>
        <p:spPr>
          <a:xfrm>
            <a:off x="8797177" y="3970165"/>
            <a:ext cx="3050266" cy="94939"/>
          </a:xfrm>
          <a:prstGeom prst="rect">
            <a:avLst/>
          </a:prstGeom>
          <a:solidFill>
            <a:srgbClr val="00347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Chart Placeholder 4">
            <a:extLst>
              <a:ext uri="{FF2B5EF4-FFF2-40B4-BE49-F238E27FC236}">
                <a16:creationId xmlns:a16="http://schemas.microsoft.com/office/drawing/2014/main" id="{42C592AB-64AC-4BED-9399-369D4231D92E}"/>
              </a:ext>
            </a:extLst>
          </p:cNvPr>
          <p:cNvSpPr>
            <a:spLocks noGrp="1"/>
          </p:cNvSpPr>
          <p:nvPr>
            <p:ph type="chart" sz="quarter" idx="26"/>
          </p:nvPr>
        </p:nvSpPr>
        <p:spPr>
          <a:xfrm>
            <a:off x="609599" y="1282149"/>
            <a:ext cx="3610734" cy="332953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chart</a:t>
            </a:r>
          </a:p>
        </p:txBody>
      </p:sp>
      <p:sp>
        <p:nvSpPr>
          <p:cNvPr id="16" name="Chart Placeholder 4">
            <a:extLst>
              <a:ext uri="{FF2B5EF4-FFF2-40B4-BE49-F238E27FC236}">
                <a16:creationId xmlns:a16="http://schemas.microsoft.com/office/drawing/2014/main" id="{14525D09-DF4B-465A-B4C9-783517805A75}"/>
              </a:ext>
            </a:extLst>
          </p:cNvPr>
          <p:cNvSpPr>
            <a:spLocks noGrp="1"/>
          </p:cNvSpPr>
          <p:nvPr>
            <p:ph type="chart" sz="quarter" idx="27"/>
          </p:nvPr>
        </p:nvSpPr>
        <p:spPr>
          <a:xfrm>
            <a:off x="4503961" y="1282148"/>
            <a:ext cx="3610734" cy="332953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chart</a:t>
            </a:r>
          </a:p>
        </p:txBody>
      </p:sp>
      <p:sp>
        <p:nvSpPr>
          <p:cNvPr id="6" name="Text Placeholder 12">
            <a:extLst>
              <a:ext uri="{FF2B5EF4-FFF2-40B4-BE49-F238E27FC236}">
                <a16:creationId xmlns:a16="http://schemas.microsoft.com/office/drawing/2014/main" id="{7CAF2C09-6C4F-DCFF-85A3-4CF6EC0DC190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09599" y="5719303"/>
            <a:ext cx="7524308" cy="472518"/>
          </a:xfrm>
          <a:prstGeom prst="rect">
            <a:avLst/>
          </a:prstGeom>
          <a:solidFill>
            <a:srgbClr val="003478">
              <a:alpha val="10000"/>
            </a:srgbClr>
          </a:solidFill>
          <a:ln>
            <a:noFill/>
          </a:ln>
          <a:effectLst/>
          <a:scene3d>
            <a:camera prst="orthographicFront"/>
            <a:lightRig rig="brightRoom" dir="t">
              <a:rot lat="0" lon="0" rev="600000"/>
            </a:lightRig>
          </a:scene3d>
          <a:sp3d prstMaterial="metal"/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lang="en-US" sz="2000" b="0" kern="1200" cap="none" spc="-10" baseline="0" dirty="0">
                <a:solidFill>
                  <a:srgbClr val="003478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Add message here.</a:t>
            </a:r>
          </a:p>
        </p:txBody>
      </p:sp>
    </p:spTree>
    <p:extLst>
      <p:ext uri="{BB962C8B-B14F-4D97-AF65-F5344CB8AC3E}">
        <p14:creationId xmlns:p14="http://schemas.microsoft.com/office/powerpoint/2010/main" val="38566312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ullets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04720C3-3808-4215-B0DC-3782872EA28F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09600" y="1335024"/>
            <a:ext cx="7505700" cy="4205287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1200"/>
              </a:spcAft>
              <a:buNone/>
              <a:defRPr sz="1800"/>
            </a:lvl1pPr>
            <a:lvl2pPr marL="685800" indent="-228600">
              <a:lnSpc>
                <a:spcPct val="100000"/>
              </a:lnSpc>
              <a:spcBef>
                <a:spcPts val="600"/>
              </a:spcBef>
              <a:buFont typeface="Symbol" panose="05050102010706020507" pitchFamily="18" charset="2"/>
              <a:buChar char="-"/>
              <a:defRPr sz="1600"/>
            </a:lvl2pPr>
            <a:lvl3pPr>
              <a:lnSpc>
                <a:spcPct val="100000"/>
              </a:lnSpc>
              <a:spcBef>
                <a:spcPts val="600"/>
              </a:spcBef>
              <a:defRPr sz="1400"/>
            </a:lvl3pPr>
            <a:lvl4pPr marL="1600200" indent="-228600">
              <a:lnSpc>
                <a:spcPct val="100000"/>
              </a:lnSpc>
              <a:spcBef>
                <a:spcPts val="600"/>
              </a:spcBef>
              <a:buFont typeface="Symbol" panose="05050102010706020507" pitchFamily="18" charset="2"/>
              <a:buChar char="-"/>
              <a:defRPr sz="1200"/>
            </a:lvl4pPr>
            <a:lvl5pPr>
              <a:lnSpc>
                <a:spcPct val="100000"/>
              </a:lnSpc>
              <a:spcBef>
                <a:spcPts val="600"/>
              </a:spcBef>
              <a:defRPr sz="1200"/>
            </a:lvl5pPr>
            <a:lvl6pPr marL="2514600" indent="-228600">
              <a:lnSpc>
                <a:spcPct val="100000"/>
              </a:lnSpc>
              <a:spcBef>
                <a:spcPts val="600"/>
              </a:spcBef>
              <a:buFont typeface="Symbol" panose="05050102010706020507" pitchFamily="18" charset="2"/>
              <a:buChar char="-"/>
              <a:defRPr sz="1200"/>
            </a:lvl6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DC1A0D84-BBEA-4099-9778-A9363A2BADE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2648" y="504671"/>
            <a:ext cx="6629400" cy="684362"/>
          </a:xfrm>
          <a:prstGeom prst="rect">
            <a:avLst/>
          </a:prstGeom>
        </p:spPr>
        <p:txBody>
          <a:bodyPr/>
          <a:lstStyle>
            <a:lvl1pPr>
              <a:defRPr sz="2800" b="1" i="0">
                <a:solidFill>
                  <a:srgbClr val="003478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Title Style</a:t>
            </a:r>
          </a:p>
        </p:txBody>
      </p:sp>
      <p:sp>
        <p:nvSpPr>
          <p:cNvPr id="9" name="Picture Placeholder 3">
            <a:extLst>
              <a:ext uri="{FF2B5EF4-FFF2-40B4-BE49-F238E27FC236}">
                <a16:creationId xmlns:a16="http://schemas.microsoft.com/office/drawing/2014/main" id="{39A26BD1-014A-4113-86CB-7536D7778B1F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8459788" y="0"/>
            <a:ext cx="3732212" cy="68580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5" name="Text Placeholder 12">
            <a:extLst>
              <a:ext uri="{FF2B5EF4-FFF2-40B4-BE49-F238E27FC236}">
                <a16:creationId xmlns:a16="http://schemas.microsoft.com/office/drawing/2014/main" id="{D14C3FAA-13C8-D347-8F54-8B7489B22BD2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609599" y="5719303"/>
            <a:ext cx="7524308" cy="472518"/>
          </a:xfrm>
          <a:prstGeom prst="rect">
            <a:avLst/>
          </a:prstGeom>
          <a:solidFill>
            <a:srgbClr val="003478">
              <a:alpha val="10000"/>
            </a:srgbClr>
          </a:solidFill>
          <a:ln>
            <a:noFill/>
          </a:ln>
          <a:effectLst/>
          <a:scene3d>
            <a:camera prst="orthographicFront"/>
            <a:lightRig rig="brightRoom" dir="t">
              <a:rot lat="0" lon="0" rev="600000"/>
            </a:lightRig>
          </a:scene3d>
          <a:sp3d prstMaterial="metal"/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lang="en-US" sz="2000" b="0" kern="1200" cap="none" spc="-10" baseline="0" dirty="0">
                <a:solidFill>
                  <a:srgbClr val="003478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Add message here.</a:t>
            </a:r>
          </a:p>
        </p:txBody>
      </p:sp>
    </p:spTree>
    <p:extLst>
      <p:ext uri="{BB962C8B-B14F-4D97-AF65-F5344CB8AC3E}">
        <p14:creationId xmlns:p14="http://schemas.microsoft.com/office/powerpoint/2010/main" val="39456861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s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E6595D06-54FB-4096-9761-C161613AAED3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8459788" y="0"/>
            <a:ext cx="3732212" cy="68580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DC1A0D84-BBEA-4099-9778-A9363A2BADE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" y="504671"/>
            <a:ext cx="6629400" cy="684362"/>
          </a:xfrm>
          <a:prstGeom prst="rect">
            <a:avLst/>
          </a:prstGeom>
        </p:spPr>
        <p:txBody>
          <a:bodyPr/>
          <a:lstStyle>
            <a:lvl1pPr>
              <a:defRPr sz="2800" b="1" i="0">
                <a:solidFill>
                  <a:srgbClr val="003478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Title Style</a:t>
            </a:r>
          </a:p>
        </p:txBody>
      </p:sp>
      <p:sp>
        <p:nvSpPr>
          <p:cNvPr id="18" name="Text Placeholder 18">
            <a:extLst>
              <a:ext uri="{FF2B5EF4-FFF2-40B4-BE49-F238E27FC236}">
                <a16:creationId xmlns:a16="http://schemas.microsoft.com/office/drawing/2014/main" id="{B956E94C-9969-4AB2-8117-F619D597A2EC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09599" y="4798258"/>
            <a:ext cx="3610734" cy="588751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4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318F9C99-6215-4A1B-BF56-662E2AB3DC97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503961" y="4798258"/>
            <a:ext cx="3610734" cy="588751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4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Chart Placeholder 4">
            <a:extLst>
              <a:ext uri="{FF2B5EF4-FFF2-40B4-BE49-F238E27FC236}">
                <a16:creationId xmlns:a16="http://schemas.microsoft.com/office/drawing/2014/main" id="{42C592AB-64AC-4BED-9399-369D4231D92E}"/>
              </a:ext>
            </a:extLst>
          </p:cNvPr>
          <p:cNvSpPr>
            <a:spLocks noGrp="1"/>
          </p:cNvSpPr>
          <p:nvPr>
            <p:ph type="chart" sz="quarter" idx="26"/>
          </p:nvPr>
        </p:nvSpPr>
        <p:spPr>
          <a:xfrm>
            <a:off x="609599" y="1470993"/>
            <a:ext cx="3610734" cy="314069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chart</a:t>
            </a:r>
          </a:p>
        </p:txBody>
      </p:sp>
      <p:sp>
        <p:nvSpPr>
          <p:cNvPr id="16" name="Chart Placeholder 4">
            <a:extLst>
              <a:ext uri="{FF2B5EF4-FFF2-40B4-BE49-F238E27FC236}">
                <a16:creationId xmlns:a16="http://schemas.microsoft.com/office/drawing/2014/main" id="{14525D09-DF4B-465A-B4C9-783517805A75}"/>
              </a:ext>
            </a:extLst>
          </p:cNvPr>
          <p:cNvSpPr>
            <a:spLocks noGrp="1"/>
          </p:cNvSpPr>
          <p:nvPr>
            <p:ph type="chart" sz="quarter" idx="27"/>
          </p:nvPr>
        </p:nvSpPr>
        <p:spPr>
          <a:xfrm>
            <a:off x="4503961" y="1470992"/>
            <a:ext cx="3610734" cy="314069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chart</a:t>
            </a:r>
          </a:p>
        </p:txBody>
      </p:sp>
      <p:sp>
        <p:nvSpPr>
          <p:cNvPr id="6" name="Text Placeholder 12">
            <a:extLst>
              <a:ext uri="{FF2B5EF4-FFF2-40B4-BE49-F238E27FC236}">
                <a16:creationId xmlns:a16="http://schemas.microsoft.com/office/drawing/2014/main" id="{27D283DF-8242-C10D-B0D1-09338E9E6A17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609599" y="5559814"/>
            <a:ext cx="7524308" cy="472518"/>
          </a:xfrm>
          <a:prstGeom prst="rect">
            <a:avLst/>
          </a:prstGeom>
          <a:solidFill>
            <a:srgbClr val="003478">
              <a:alpha val="10000"/>
            </a:srgbClr>
          </a:solidFill>
          <a:ln>
            <a:noFill/>
          </a:ln>
          <a:effectLst/>
          <a:scene3d>
            <a:camera prst="orthographicFront"/>
            <a:lightRig rig="brightRoom" dir="t">
              <a:rot lat="0" lon="0" rev="600000"/>
            </a:lightRig>
          </a:scene3d>
          <a:sp3d prstMaterial="metal"/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lang="en-US" sz="2000" b="0" kern="1200" cap="none" spc="-10" baseline="0" dirty="0">
                <a:solidFill>
                  <a:srgbClr val="003478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Add message here.</a:t>
            </a:r>
          </a:p>
        </p:txBody>
      </p:sp>
    </p:spTree>
    <p:extLst>
      <p:ext uri="{BB962C8B-B14F-4D97-AF65-F5344CB8AC3E}">
        <p14:creationId xmlns:p14="http://schemas.microsoft.com/office/powerpoint/2010/main" val="2844488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s with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DC1A0D84-BBEA-4099-9778-A9363A2BADE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2648" y="504671"/>
            <a:ext cx="10863943" cy="684362"/>
          </a:xfrm>
          <a:prstGeom prst="rect">
            <a:avLst/>
          </a:prstGeom>
        </p:spPr>
        <p:txBody>
          <a:bodyPr/>
          <a:lstStyle>
            <a:lvl1pPr>
              <a:defRPr sz="2800" b="1" i="0">
                <a:solidFill>
                  <a:srgbClr val="003478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Title Style</a:t>
            </a:r>
          </a:p>
        </p:txBody>
      </p:sp>
      <p:sp>
        <p:nvSpPr>
          <p:cNvPr id="18" name="Text Placeholder 18">
            <a:extLst>
              <a:ext uri="{FF2B5EF4-FFF2-40B4-BE49-F238E27FC236}">
                <a16:creationId xmlns:a16="http://schemas.microsoft.com/office/drawing/2014/main" id="{B956E94C-9969-4AB2-8117-F619D597A2EC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09598" y="4635698"/>
            <a:ext cx="2999232" cy="1196142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4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318F9C99-6215-4A1B-BF56-662E2AB3DC97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578624" y="4635698"/>
            <a:ext cx="2998301" cy="1196142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4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18">
            <a:extLst>
              <a:ext uri="{FF2B5EF4-FFF2-40B4-BE49-F238E27FC236}">
                <a16:creationId xmlns:a16="http://schemas.microsoft.com/office/drawing/2014/main" id="{3210C54A-DD08-4364-8254-1321A8844AB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459252" y="4635698"/>
            <a:ext cx="2998301" cy="1196142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4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9FBEC01-9F7C-4B40-BB53-7CA71DF23C74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609598" y="1550504"/>
            <a:ext cx="2999232" cy="296186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1" name="Picture Placeholder 2">
            <a:extLst>
              <a:ext uri="{FF2B5EF4-FFF2-40B4-BE49-F238E27FC236}">
                <a16:creationId xmlns:a16="http://schemas.microsoft.com/office/drawing/2014/main" id="{72BC0D6B-8A30-40EF-AB45-BA0C194FDCFF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4578624" y="1550504"/>
            <a:ext cx="2998301" cy="296186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2" name="Picture Placeholder 2">
            <a:extLst>
              <a:ext uri="{FF2B5EF4-FFF2-40B4-BE49-F238E27FC236}">
                <a16:creationId xmlns:a16="http://schemas.microsoft.com/office/drawing/2014/main" id="{8957662E-BFCE-48F9-862F-DF8DE0A7D641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8459252" y="1553128"/>
            <a:ext cx="2998301" cy="296186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151015363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Background witht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4">
            <a:extLst>
              <a:ext uri="{FF2B5EF4-FFF2-40B4-BE49-F238E27FC236}">
                <a16:creationId xmlns:a16="http://schemas.microsoft.com/office/drawing/2014/main" id="{08D1A72F-30FE-C706-D91B-5D73BA4BF601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0" y="2985825"/>
            <a:ext cx="12192000" cy="3326863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DC1A0D84-BBEA-4099-9778-A9363A2BADE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2648" y="504671"/>
            <a:ext cx="10863943" cy="684362"/>
          </a:xfrm>
          <a:prstGeom prst="rect">
            <a:avLst/>
          </a:prstGeom>
        </p:spPr>
        <p:txBody>
          <a:bodyPr/>
          <a:lstStyle>
            <a:lvl1pPr>
              <a:defRPr sz="2800" b="1" i="0">
                <a:solidFill>
                  <a:srgbClr val="003478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Title Style</a:t>
            </a:r>
          </a:p>
        </p:txBody>
      </p:sp>
      <p:sp>
        <p:nvSpPr>
          <p:cNvPr id="4" name="Text Placeholder 18">
            <a:extLst>
              <a:ext uri="{FF2B5EF4-FFF2-40B4-BE49-F238E27FC236}">
                <a16:creationId xmlns:a16="http://schemas.microsoft.com/office/drawing/2014/main" id="{ECA9DC0C-749B-1447-0277-1CD90538C59B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09600" y="1550504"/>
            <a:ext cx="2998300" cy="2951924"/>
          </a:xfrm>
          <a:prstGeom prst="rect">
            <a:avLst/>
          </a:prstGeom>
          <a:solidFill>
            <a:srgbClr val="003478"/>
          </a:solidFill>
        </p:spPr>
        <p:txBody>
          <a:bodyPr lIns="274320" tIns="274320" rIns="274320" bIns="365760" anchor="ctr"/>
          <a:lstStyle>
            <a:lvl1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400" b="0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18">
            <a:extLst>
              <a:ext uri="{FF2B5EF4-FFF2-40B4-BE49-F238E27FC236}">
                <a16:creationId xmlns:a16="http://schemas.microsoft.com/office/drawing/2014/main" id="{C54991A4-D052-C528-8AA6-E6F74EA3CF51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4596851" y="1550504"/>
            <a:ext cx="2998300" cy="2951924"/>
          </a:xfrm>
          <a:prstGeom prst="rect">
            <a:avLst/>
          </a:prstGeom>
          <a:solidFill>
            <a:srgbClr val="003478"/>
          </a:solidFill>
        </p:spPr>
        <p:txBody>
          <a:bodyPr lIns="274320" tIns="274320" rIns="274320" bIns="365760" anchor="ctr"/>
          <a:lstStyle>
            <a:lvl1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400" b="0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18">
            <a:extLst>
              <a:ext uri="{FF2B5EF4-FFF2-40B4-BE49-F238E27FC236}">
                <a16:creationId xmlns:a16="http://schemas.microsoft.com/office/drawing/2014/main" id="{9A11DFAD-2C1A-492B-633D-6D2E3CB8E38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8584102" y="1550504"/>
            <a:ext cx="2998300" cy="2951924"/>
          </a:xfrm>
          <a:prstGeom prst="rect">
            <a:avLst/>
          </a:prstGeom>
          <a:solidFill>
            <a:srgbClr val="003478"/>
          </a:solidFill>
        </p:spPr>
        <p:txBody>
          <a:bodyPr lIns="274320" tIns="274320" rIns="274320" bIns="365760" anchor="ctr"/>
          <a:lstStyle>
            <a:lvl1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400" b="0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90639809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DC1A0D84-BBEA-4099-9778-A9363A2BADE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2648" y="504671"/>
            <a:ext cx="10983686" cy="684362"/>
          </a:xfrm>
          <a:prstGeom prst="rect">
            <a:avLst/>
          </a:prstGeom>
        </p:spPr>
        <p:txBody>
          <a:bodyPr/>
          <a:lstStyle>
            <a:lvl1pPr>
              <a:defRPr sz="2800" b="1" i="0">
                <a:solidFill>
                  <a:srgbClr val="003478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Title Style</a:t>
            </a:r>
          </a:p>
        </p:txBody>
      </p:sp>
      <p:sp>
        <p:nvSpPr>
          <p:cNvPr id="18" name="Text Placeholder 18">
            <a:extLst>
              <a:ext uri="{FF2B5EF4-FFF2-40B4-BE49-F238E27FC236}">
                <a16:creationId xmlns:a16="http://schemas.microsoft.com/office/drawing/2014/main" id="{B956E94C-9969-4AB2-8117-F619D597A2EC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09600" y="5302002"/>
            <a:ext cx="2998301" cy="38002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2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Chart Placeholder 8">
            <a:extLst>
              <a:ext uri="{FF2B5EF4-FFF2-40B4-BE49-F238E27FC236}">
                <a16:creationId xmlns:a16="http://schemas.microsoft.com/office/drawing/2014/main" id="{AB518037-F3DC-4DBC-AA07-629E5C8B49FC}"/>
              </a:ext>
            </a:extLst>
          </p:cNvPr>
          <p:cNvSpPr>
            <a:spLocks noGrp="1"/>
          </p:cNvSpPr>
          <p:nvPr>
            <p:ph type="chart" sz="quarter" idx="24"/>
          </p:nvPr>
        </p:nvSpPr>
        <p:spPr>
          <a:xfrm>
            <a:off x="609600" y="1258606"/>
            <a:ext cx="10972800" cy="3938869"/>
          </a:xfrm>
          <a:prstGeom prst="rect">
            <a:avLst/>
          </a:prstGeom>
          <a:solidFill>
            <a:schemeClr val="bg1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chart</a:t>
            </a:r>
          </a:p>
        </p:txBody>
      </p:sp>
      <p:sp>
        <p:nvSpPr>
          <p:cNvPr id="5" name="Text Placeholder 12">
            <a:extLst>
              <a:ext uri="{FF2B5EF4-FFF2-40B4-BE49-F238E27FC236}">
                <a16:creationId xmlns:a16="http://schemas.microsoft.com/office/drawing/2014/main" id="{FCAD2B6C-443D-28D6-F18D-18F54A9EEC4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09599" y="5804362"/>
            <a:ext cx="10972800" cy="472518"/>
          </a:xfrm>
          <a:prstGeom prst="rect">
            <a:avLst/>
          </a:prstGeom>
          <a:solidFill>
            <a:srgbClr val="003478">
              <a:alpha val="10000"/>
            </a:srgbClr>
          </a:solidFill>
          <a:ln>
            <a:noFill/>
          </a:ln>
          <a:effectLst/>
          <a:scene3d>
            <a:camera prst="orthographicFront"/>
            <a:lightRig rig="brightRoom" dir="t">
              <a:rot lat="0" lon="0" rev="600000"/>
            </a:lightRig>
          </a:scene3d>
          <a:sp3d prstMaterial="metal"/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lang="en-US" sz="2000" b="0" kern="1200" cap="none" spc="-10" baseline="0" dirty="0">
                <a:solidFill>
                  <a:srgbClr val="003478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Add message here.</a:t>
            </a:r>
          </a:p>
        </p:txBody>
      </p:sp>
    </p:spTree>
    <p:extLst>
      <p:ext uri="{BB962C8B-B14F-4D97-AF65-F5344CB8AC3E}">
        <p14:creationId xmlns:p14="http://schemas.microsoft.com/office/powerpoint/2010/main" val="219584135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Block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DC1A0D84-BBEA-4099-9778-A9363A2BADE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2648" y="504671"/>
            <a:ext cx="11005457" cy="684362"/>
          </a:xfrm>
          <a:prstGeom prst="rect">
            <a:avLst/>
          </a:prstGeom>
        </p:spPr>
        <p:txBody>
          <a:bodyPr/>
          <a:lstStyle>
            <a:lvl1pPr>
              <a:defRPr sz="2800" b="1" i="0">
                <a:solidFill>
                  <a:srgbClr val="003478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Title Style</a:t>
            </a:r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BC59C980-A3D0-4EF8-9506-D402C5A6FD93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09600" y="1341438"/>
            <a:ext cx="5324061" cy="3970097"/>
          </a:xfrm>
          <a:prstGeom prst="rect">
            <a:avLst/>
          </a:prstGeom>
          <a:noFill/>
        </p:spPr>
        <p:txBody>
          <a:bodyPr/>
          <a:lstStyle>
            <a:lvl1pPr>
              <a:lnSpc>
                <a:spcPct val="100000"/>
              </a:lnSpc>
              <a:spcBef>
                <a:spcPts val="600"/>
              </a:spcBef>
              <a:spcAft>
                <a:spcPts val="1200"/>
              </a:spcAft>
              <a:defRPr sz="1800"/>
            </a:lvl1pPr>
            <a:lvl2pPr marL="685800" indent="-228600">
              <a:lnSpc>
                <a:spcPct val="100000"/>
              </a:lnSpc>
              <a:spcBef>
                <a:spcPts val="600"/>
              </a:spcBef>
              <a:spcAft>
                <a:spcPts val="1200"/>
              </a:spcAft>
              <a:buFont typeface="Symbol" panose="05050102010706020507" pitchFamily="18" charset="2"/>
              <a:buChar char="-"/>
              <a:defRPr sz="1600"/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1200"/>
              </a:spcAft>
              <a:defRPr sz="1400"/>
            </a:lvl3pPr>
            <a:lvl4pPr marL="1600200" indent="-228600">
              <a:lnSpc>
                <a:spcPct val="100000"/>
              </a:lnSpc>
              <a:spcBef>
                <a:spcPts val="600"/>
              </a:spcBef>
              <a:spcAft>
                <a:spcPts val="1200"/>
              </a:spcAft>
              <a:buFont typeface="Symbol" panose="05050102010706020507" pitchFamily="18" charset="2"/>
              <a:buChar char="-"/>
              <a:defRPr sz="1200"/>
            </a:lvl4pPr>
            <a:lvl5pPr>
              <a:lnSpc>
                <a:spcPct val="100000"/>
              </a:lnSpc>
              <a:spcBef>
                <a:spcPts val="600"/>
              </a:spcBef>
              <a:spcAft>
                <a:spcPts val="1200"/>
              </a:spcAft>
              <a:defRPr sz="1200"/>
            </a:lvl5pPr>
            <a:lvl6pPr marL="2514600" indent="-228600">
              <a:lnSpc>
                <a:spcPct val="100000"/>
              </a:lnSpc>
              <a:spcBef>
                <a:spcPts val="600"/>
              </a:spcBef>
              <a:spcAft>
                <a:spcPts val="1200"/>
              </a:spcAft>
              <a:buFont typeface="Symbol" panose="05050102010706020507" pitchFamily="18" charset="2"/>
              <a:buChar char="-"/>
              <a:defRPr sz="1200"/>
            </a:lvl6pPr>
          </a:lstStyle>
          <a:p>
            <a:pPr lvl="0"/>
            <a:r>
              <a:rPr lang="en-US"/>
              <a:t>Click to edit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34CC6854-32C8-45B3-B6D3-D2E66DF7D4C6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258341" y="1341437"/>
            <a:ext cx="5324061" cy="3970097"/>
          </a:xfrm>
          <a:prstGeom prst="rect">
            <a:avLst/>
          </a:prstGeom>
          <a:noFill/>
        </p:spPr>
        <p:txBody>
          <a:bodyPr/>
          <a:lstStyle>
            <a:lvl1pPr>
              <a:lnSpc>
                <a:spcPct val="100000"/>
              </a:lnSpc>
              <a:spcBef>
                <a:spcPts val="600"/>
              </a:spcBef>
              <a:spcAft>
                <a:spcPts val="1200"/>
              </a:spcAft>
              <a:defRPr sz="1800"/>
            </a:lvl1pPr>
            <a:lvl2pPr marL="685800" indent="-228600">
              <a:lnSpc>
                <a:spcPct val="100000"/>
              </a:lnSpc>
              <a:spcBef>
                <a:spcPts val="600"/>
              </a:spcBef>
              <a:spcAft>
                <a:spcPts val="1200"/>
              </a:spcAft>
              <a:buFont typeface="Symbol" panose="05050102010706020507" pitchFamily="18" charset="2"/>
              <a:buChar char="-"/>
              <a:defRPr sz="1600"/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1200"/>
              </a:spcAft>
              <a:defRPr sz="1400"/>
            </a:lvl3pPr>
            <a:lvl4pPr marL="1600200" indent="-228600">
              <a:lnSpc>
                <a:spcPct val="100000"/>
              </a:lnSpc>
              <a:spcBef>
                <a:spcPts val="600"/>
              </a:spcBef>
              <a:spcAft>
                <a:spcPts val="1200"/>
              </a:spcAft>
              <a:buFont typeface="Symbol" panose="05050102010706020507" pitchFamily="18" charset="2"/>
              <a:buChar char="-"/>
              <a:defRPr sz="1200"/>
            </a:lvl4pPr>
            <a:lvl5pPr>
              <a:lnSpc>
                <a:spcPct val="100000"/>
              </a:lnSpc>
              <a:spcBef>
                <a:spcPts val="600"/>
              </a:spcBef>
              <a:spcAft>
                <a:spcPts val="1200"/>
              </a:spcAft>
              <a:defRPr sz="1200"/>
            </a:lvl5pPr>
            <a:lvl6pPr marL="2514600" indent="-228600">
              <a:lnSpc>
                <a:spcPct val="100000"/>
              </a:lnSpc>
              <a:spcBef>
                <a:spcPts val="600"/>
              </a:spcBef>
              <a:spcAft>
                <a:spcPts val="1200"/>
              </a:spcAft>
              <a:buFont typeface="Symbol" panose="05050102010706020507" pitchFamily="18" charset="2"/>
              <a:buChar char="-"/>
              <a:defRPr sz="1200"/>
            </a:lvl6pPr>
          </a:lstStyle>
          <a:p>
            <a:pPr lvl="0"/>
            <a:r>
              <a:rPr lang="en-US"/>
              <a:t>Click to edit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</p:txBody>
      </p:sp>
      <p:sp>
        <p:nvSpPr>
          <p:cNvPr id="5" name="Text Placeholder 12">
            <a:extLst>
              <a:ext uri="{FF2B5EF4-FFF2-40B4-BE49-F238E27FC236}">
                <a16:creationId xmlns:a16="http://schemas.microsoft.com/office/drawing/2014/main" id="{2AA9E988-1444-5E64-B3F6-5961B2D426E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09599" y="5719303"/>
            <a:ext cx="10972800" cy="472518"/>
          </a:xfrm>
          <a:prstGeom prst="rect">
            <a:avLst/>
          </a:prstGeom>
          <a:solidFill>
            <a:srgbClr val="003478">
              <a:alpha val="10000"/>
            </a:srgbClr>
          </a:solidFill>
          <a:ln>
            <a:noFill/>
          </a:ln>
          <a:effectLst/>
          <a:scene3d>
            <a:camera prst="orthographicFront"/>
            <a:lightRig rig="brightRoom" dir="t">
              <a:rot lat="0" lon="0" rev="600000"/>
            </a:lightRig>
          </a:scene3d>
          <a:sp3d prstMaterial="metal"/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lang="en-US" sz="2000" b="0" kern="1200" cap="none" spc="-10" baseline="0" dirty="0">
                <a:solidFill>
                  <a:srgbClr val="003478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Add message here.</a:t>
            </a:r>
          </a:p>
        </p:txBody>
      </p:sp>
    </p:spTree>
    <p:extLst>
      <p:ext uri="{BB962C8B-B14F-4D97-AF65-F5344CB8AC3E}">
        <p14:creationId xmlns:p14="http://schemas.microsoft.com/office/powerpoint/2010/main" val="101514881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DC1A0D84-BBEA-4099-9778-A9363A2BADE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2648" y="504671"/>
            <a:ext cx="11005457" cy="684362"/>
          </a:xfrm>
          <a:prstGeom prst="rect">
            <a:avLst/>
          </a:prstGeom>
        </p:spPr>
        <p:txBody>
          <a:bodyPr/>
          <a:lstStyle>
            <a:lvl1pPr>
              <a:defRPr sz="2800" b="1" i="0">
                <a:solidFill>
                  <a:srgbClr val="003478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Title Style</a:t>
            </a:r>
          </a:p>
        </p:txBody>
      </p:sp>
      <p:sp>
        <p:nvSpPr>
          <p:cNvPr id="5" name="Text Placeholder 12">
            <a:extLst>
              <a:ext uri="{FF2B5EF4-FFF2-40B4-BE49-F238E27FC236}">
                <a16:creationId xmlns:a16="http://schemas.microsoft.com/office/drawing/2014/main" id="{2AA9E988-1444-5E64-B3F6-5961B2D426E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09599" y="5719303"/>
            <a:ext cx="10972800" cy="472518"/>
          </a:xfrm>
          <a:prstGeom prst="rect">
            <a:avLst/>
          </a:prstGeom>
          <a:solidFill>
            <a:srgbClr val="003478">
              <a:alpha val="10000"/>
            </a:srgbClr>
          </a:solidFill>
          <a:ln>
            <a:noFill/>
          </a:ln>
          <a:effectLst/>
          <a:scene3d>
            <a:camera prst="orthographicFront"/>
            <a:lightRig rig="brightRoom" dir="t">
              <a:rot lat="0" lon="0" rev="600000"/>
            </a:lightRig>
          </a:scene3d>
          <a:sp3d prstMaterial="metal"/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lang="en-US" sz="2000" b="0" kern="1200" cap="none" spc="-10" baseline="0" dirty="0">
                <a:solidFill>
                  <a:srgbClr val="003478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Add message here.</a:t>
            </a:r>
          </a:p>
        </p:txBody>
      </p:sp>
    </p:spTree>
    <p:extLst>
      <p:ext uri="{BB962C8B-B14F-4D97-AF65-F5344CB8AC3E}">
        <p14:creationId xmlns:p14="http://schemas.microsoft.com/office/powerpoint/2010/main" val="135186626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ulti Photo with Text Blo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DC1A0D84-BBEA-4099-9778-A9363A2BADE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2648" y="504671"/>
            <a:ext cx="10984631" cy="684362"/>
          </a:xfrm>
          <a:prstGeom prst="rect">
            <a:avLst/>
          </a:prstGeom>
        </p:spPr>
        <p:txBody>
          <a:bodyPr/>
          <a:lstStyle>
            <a:lvl1pPr>
              <a:defRPr sz="2800" b="1" i="0">
                <a:solidFill>
                  <a:srgbClr val="003478"/>
                </a:solidFill>
                <a:latin typeface="+mn-lt"/>
                <a:cs typeface="Calibri" panose="020F0502020204030204" pitchFamily="34" charset="0"/>
              </a:defRPr>
            </a:lvl1pPr>
          </a:lstStyle>
          <a:p>
            <a:r>
              <a:rPr lang="en-US"/>
              <a:t>Click to Edit Title Style</a:t>
            </a:r>
          </a:p>
        </p:txBody>
      </p:sp>
      <p:sp>
        <p:nvSpPr>
          <p:cNvPr id="11" name="Picture Placeholder 2">
            <a:extLst>
              <a:ext uri="{FF2B5EF4-FFF2-40B4-BE49-F238E27FC236}">
                <a16:creationId xmlns:a16="http://schemas.microsoft.com/office/drawing/2014/main" id="{29B4C5E7-2BAE-493F-BBFD-70C991434101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8060634" y="1619940"/>
            <a:ext cx="1696280" cy="174942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5" name="Picture Placeholder 2">
            <a:extLst>
              <a:ext uri="{FF2B5EF4-FFF2-40B4-BE49-F238E27FC236}">
                <a16:creationId xmlns:a16="http://schemas.microsoft.com/office/drawing/2014/main" id="{C54C5A27-7B3C-4273-A211-4F8CF1D0C8AF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9882808" y="1619940"/>
            <a:ext cx="1696280" cy="174942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6" name="Picture Placeholder 2">
            <a:extLst>
              <a:ext uri="{FF2B5EF4-FFF2-40B4-BE49-F238E27FC236}">
                <a16:creationId xmlns:a16="http://schemas.microsoft.com/office/drawing/2014/main" id="{C816A4C0-7387-4691-A213-8237D3C5C1FE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8054007" y="3531567"/>
            <a:ext cx="1696280" cy="174942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7" name="Picture Placeholder 2">
            <a:extLst>
              <a:ext uri="{FF2B5EF4-FFF2-40B4-BE49-F238E27FC236}">
                <a16:creationId xmlns:a16="http://schemas.microsoft.com/office/drawing/2014/main" id="{D43098FF-AC40-42B4-B12D-6ECFA4F0808E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9886120" y="3531567"/>
            <a:ext cx="1696280" cy="174942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8" name="Picture Placeholder 2">
            <a:extLst>
              <a:ext uri="{FF2B5EF4-FFF2-40B4-BE49-F238E27FC236}">
                <a16:creationId xmlns:a16="http://schemas.microsoft.com/office/drawing/2014/main" id="{A3F9BCE2-3ADE-4F3D-B650-E42610BAF834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619540" y="1619940"/>
            <a:ext cx="1696280" cy="174942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9" name="Picture Placeholder 2">
            <a:extLst>
              <a:ext uri="{FF2B5EF4-FFF2-40B4-BE49-F238E27FC236}">
                <a16:creationId xmlns:a16="http://schemas.microsoft.com/office/drawing/2014/main" id="{17F0C345-FD44-4CB9-AA15-F9A7B0CA6DE7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2441714" y="1619940"/>
            <a:ext cx="1696280" cy="174942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0" name="Picture Placeholder 2">
            <a:extLst>
              <a:ext uri="{FF2B5EF4-FFF2-40B4-BE49-F238E27FC236}">
                <a16:creationId xmlns:a16="http://schemas.microsoft.com/office/drawing/2014/main" id="{14A06D38-ACF1-4C38-B96C-4A022CD87DCF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612913" y="3531567"/>
            <a:ext cx="1696280" cy="174942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1" name="Picture Placeholder 2">
            <a:extLst>
              <a:ext uri="{FF2B5EF4-FFF2-40B4-BE49-F238E27FC236}">
                <a16:creationId xmlns:a16="http://schemas.microsoft.com/office/drawing/2014/main" id="{3E961B3A-4844-482D-8E3E-7A2D4FC91565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2445026" y="3531567"/>
            <a:ext cx="1696280" cy="174942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5E71B3E1-54DA-4FBD-B4D4-E14162E1B854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4273208" y="1619941"/>
            <a:ext cx="3657600" cy="3657600"/>
          </a:xfrm>
          <a:prstGeom prst="rect">
            <a:avLst/>
          </a:prstGeom>
          <a:solidFill>
            <a:srgbClr val="003478"/>
          </a:solidFill>
        </p:spPr>
        <p:txBody>
          <a:bodyPr lIns="365760" rIns="365760" anchor="ctr"/>
          <a:lstStyle>
            <a:lvl1pPr marL="0" indent="0" algn="l"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12">
            <a:extLst>
              <a:ext uri="{FF2B5EF4-FFF2-40B4-BE49-F238E27FC236}">
                <a16:creationId xmlns:a16="http://schemas.microsoft.com/office/drawing/2014/main" id="{C386BB78-113E-72A3-1A10-779C47F4D8B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09599" y="5719303"/>
            <a:ext cx="10972800" cy="472518"/>
          </a:xfrm>
          <a:prstGeom prst="rect">
            <a:avLst/>
          </a:prstGeom>
          <a:solidFill>
            <a:srgbClr val="003478">
              <a:alpha val="10000"/>
            </a:srgbClr>
          </a:solidFill>
          <a:ln>
            <a:noFill/>
          </a:ln>
          <a:effectLst/>
          <a:scene3d>
            <a:camera prst="orthographicFront"/>
            <a:lightRig rig="brightRoom" dir="t">
              <a:rot lat="0" lon="0" rev="600000"/>
            </a:lightRig>
          </a:scene3d>
          <a:sp3d prstMaterial="metal"/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lang="en-US" sz="2000" b="0" kern="1200" cap="none" spc="-10" baseline="0" dirty="0">
                <a:solidFill>
                  <a:srgbClr val="003478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Add message here.</a:t>
            </a:r>
          </a:p>
        </p:txBody>
      </p:sp>
    </p:spTree>
    <p:extLst>
      <p:ext uri="{BB962C8B-B14F-4D97-AF65-F5344CB8AC3E}">
        <p14:creationId xmlns:p14="http://schemas.microsoft.com/office/powerpoint/2010/main" val="96144292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Pag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12">
            <a:extLst>
              <a:ext uri="{FF2B5EF4-FFF2-40B4-BE49-F238E27FC236}">
                <a16:creationId xmlns:a16="http://schemas.microsoft.com/office/drawing/2014/main" id="{673C045F-876A-487E-9097-CF25663536C5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612648" y="1331304"/>
            <a:ext cx="10962862" cy="3707836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1800" baseline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 marL="3657600" indent="0">
              <a:buNone/>
              <a:defRPr/>
            </a:lvl9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DE6E007D-4A49-4350-A5D2-296D7DED613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2648" y="504671"/>
            <a:ext cx="10984633" cy="684362"/>
          </a:xfrm>
          <a:prstGeom prst="rect">
            <a:avLst/>
          </a:prstGeom>
        </p:spPr>
        <p:txBody>
          <a:bodyPr/>
          <a:lstStyle>
            <a:lvl1pPr>
              <a:defRPr sz="2800" b="1" i="0">
                <a:solidFill>
                  <a:srgbClr val="003478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Title Style</a:t>
            </a: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A8CA206A-CB1D-4E4E-8256-938ED74FCA6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12910" y="5206735"/>
            <a:ext cx="5108023" cy="2381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00">
                <a:latin typeface="Arial" panose="020B0604020202020204" pitchFamily="34" charset="0"/>
              </a:defRPr>
            </a:lvl1pPr>
            <a:lvl2pPr marL="457200" indent="0">
              <a:buNone/>
              <a:defRPr sz="1000">
                <a:latin typeface="Arial Nova Cond" panose="020B0604020202020204" pitchFamily="34" charset="0"/>
              </a:defRPr>
            </a:lvl2pPr>
            <a:lvl3pPr marL="914400" indent="0">
              <a:buNone/>
              <a:defRPr sz="1000">
                <a:latin typeface="Arial Nova Cond" panose="020B0604020202020204" pitchFamily="34" charset="0"/>
              </a:defRPr>
            </a:lvl3pPr>
            <a:lvl4pPr marL="1371600" indent="0">
              <a:buNone/>
              <a:defRPr sz="1000">
                <a:latin typeface="Arial Nova Cond" panose="020B0604020202020204" pitchFamily="34" charset="0"/>
              </a:defRPr>
            </a:lvl4pPr>
            <a:lvl5pPr marL="1828800" indent="0">
              <a:buNone/>
              <a:defRPr sz="1000">
                <a:latin typeface="Arial Nova Cond" panose="020B0604020202020204" pitchFamily="34" charset="0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Footnote</a:t>
            </a:r>
          </a:p>
        </p:txBody>
      </p:sp>
      <p:sp>
        <p:nvSpPr>
          <p:cNvPr id="8" name="Text Placeholder 12">
            <a:extLst>
              <a:ext uri="{FF2B5EF4-FFF2-40B4-BE49-F238E27FC236}">
                <a16:creationId xmlns:a16="http://schemas.microsoft.com/office/drawing/2014/main" id="{E04CEAC4-5E47-14AB-3A81-6C246820647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09599" y="5719303"/>
            <a:ext cx="10972800" cy="472518"/>
          </a:xfrm>
          <a:prstGeom prst="rect">
            <a:avLst/>
          </a:prstGeom>
          <a:solidFill>
            <a:srgbClr val="003478">
              <a:alpha val="10000"/>
            </a:srgbClr>
          </a:solidFill>
          <a:ln>
            <a:noFill/>
          </a:ln>
          <a:effectLst/>
          <a:scene3d>
            <a:camera prst="orthographicFront"/>
            <a:lightRig rig="brightRoom" dir="t">
              <a:rot lat="0" lon="0" rev="600000"/>
            </a:lightRig>
          </a:scene3d>
          <a:sp3d prstMaterial="metal"/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lang="en-US" sz="2000" b="0" kern="1200" cap="none" spc="-10" baseline="0" dirty="0">
                <a:solidFill>
                  <a:srgbClr val="003478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Add message here.</a:t>
            </a:r>
          </a:p>
        </p:txBody>
      </p:sp>
    </p:spTree>
    <p:extLst>
      <p:ext uri="{BB962C8B-B14F-4D97-AF65-F5344CB8AC3E}">
        <p14:creationId xmlns:p14="http://schemas.microsoft.com/office/powerpoint/2010/main" val="318408833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ransitio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7760E2-4A59-41CF-9D25-3932C873211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82511" y="3009440"/>
            <a:ext cx="9218621" cy="650277"/>
          </a:xfrm>
          <a:prstGeom prst="rect">
            <a:avLst/>
          </a:prstGeom>
        </p:spPr>
        <p:txBody>
          <a:bodyPr/>
          <a:lstStyle>
            <a:lvl1pPr algn="ctr">
              <a:defRPr sz="3600" b="1">
                <a:solidFill>
                  <a:srgbClr val="003478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Transition Slide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47064096-BC33-4BE5-921C-3C44EFC9E5AC}"/>
              </a:ext>
            </a:extLst>
          </p:cNvPr>
          <p:cNvCxnSpPr>
            <a:cxnSpLocks/>
          </p:cNvCxnSpPr>
          <p:nvPr userDrawn="1"/>
        </p:nvCxnSpPr>
        <p:spPr>
          <a:xfrm>
            <a:off x="5406021" y="4128578"/>
            <a:ext cx="1371600" cy="0"/>
          </a:xfrm>
          <a:prstGeom prst="line">
            <a:avLst/>
          </a:prstGeom>
          <a:ln w="57150">
            <a:solidFill>
              <a:srgbClr val="00347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6336697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176" userDrawn="1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losing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9990976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losing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1020CF70-981B-D172-D2B4-88B5B0BEAB0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888568" y="2534856"/>
            <a:ext cx="8391714" cy="14960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73566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23D0F5-234D-880B-2A3C-E30A618F02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076FB23-07D9-0B6C-5B22-B3A997615D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77AA188-C16B-6F2B-E639-A905941287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B1361B9-BF6F-C212-C01B-38ECF61FA3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6928835-BB00-4241-BFE3-DA8E4BD34DB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219639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Picture Backgro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C21D4684-8BB0-4FE9-B1CB-B9F65E4F9DCA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0" y="3429000"/>
            <a:ext cx="12192000" cy="3428999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/>
            </a:lvl1pPr>
          </a:lstStyle>
          <a:p>
            <a:endParaRPr lang="en-US"/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A7DA89AA-3199-43A5-B716-88F9B206E89D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09600" y="1550504"/>
            <a:ext cx="2998300" cy="2951924"/>
          </a:xfrm>
          <a:prstGeom prst="rect">
            <a:avLst/>
          </a:prstGeom>
          <a:solidFill>
            <a:srgbClr val="003478"/>
          </a:solidFill>
        </p:spPr>
        <p:txBody>
          <a:bodyPr lIns="274320" tIns="274320" rIns="274320" bIns="365760" anchor="ctr"/>
          <a:lstStyle>
            <a:lvl1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400" b="0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32" name="Title 1">
            <a:extLst>
              <a:ext uri="{FF2B5EF4-FFF2-40B4-BE49-F238E27FC236}">
                <a16:creationId xmlns:a16="http://schemas.microsoft.com/office/drawing/2014/main" id="{CB37C666-26F7-4F2C-92CE-67B0C3E52D6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" y="504671"/>
            <a:ext cx="10983686" cy="684362"/>
          </a:xfrm>
          <a:prstGeom prst="rect">
            <a:avLst/>
          </a:prstGeom>
        </p:spPr>
        <p:txBody>
          <a:bodyPr/>
          <a:lstStyle>
            <a:lvl1pPr>
              <a:defRPr sz="2800" b="1" i="0">
                <a:solidFill>
                  <a:srgbClr val="002F6C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Title Style</a:t>
            </a:r>
          </a:p>
        </p:txBody>
      </p:sp>
      <p:sp>
        <p:nvSpPr>
          <p:cNvPr id="11" name="Text Placeholder 18">
            <a:extLst>
              <a:ext uri="{FF2B5EF4-FFF2-40B4-BE49-F238E27FC236}">
                <a16:creationId xmlns:a16="http://schemas.microsoft.com/office/drawing/2014/main" id="{6E546E26-95A4-4F81-AEA4-F78B3F1908C4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4596851" y="1550504"/>
            <a:ext cx="2998300" cy="2951924"/>
          </a:xfrm>
          <a:prstGeom prst="rect">
            <a:avLst/>
          </a:prstGeom>
          <a:solidFill>
            <a:srgbClr val="003478"/>
          </a:solidFill>
        </p:spPr>
        <p:txBody>
          <a:bodyPr lIns="274320" tIns="274320" rIns="274320" bIns="365760" anchor="ctr"/>
          <a:lstStyle>
            <a:lvl1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400" b="0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12" name="Text Placeholder 18">
            <a:extLst>
              <a:ext uri="{FF2B5EF4-FFF2-40B4-BE49-F238E27FC236}">
                <a16:creationId xmlns:a16="http://schemas.microsoft.com/office/drawing/2014/main" id="{1FFA57FE-AEF6-472C-8D21-CC48F53E9B2D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8584102" y="1550504"/>
            <a:ext cx="2998300" cy="2951924"/>
          </a:xfrm>
          <a:prstGeom prst="rect">
            <a:avLst/>
          </a:prstGeom>
          <a:solidFill>
            <a:srgbClr val="003478"/>
          </a:solidFill>
        </p:spPr>
        <p:txBody>
          <a:bodyPr lIns="274320" tIns="274320" rIns="274320" bIns="365760" anchor="ctr"/>
          <a:lstStyle>
            <a:lvl1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400" b="0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ECF76341-4282-6E92-E5C4-7B19444CA503}"/>
              </a:ext>
            </a:extLst>
          </p:cNvPr>
          <p:cNvGrpSpPr/>
          <p:nvPr userDrawn="1"/>
        </p:nvGrpSpPr>
        <p:grpSpPr>
          <a:xfrm>
            <a:off x="9133049" y="6372686"/>
            <a:ext cx="3058950" cy="485314"/>
            <a:chOff x="9133049" y="6372686"/>
            <a:chExt cx="3058950" cy="485314"/>
          </a:xfrm>
        </p:grpSpPr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EA088008-B6B4-3C0F-C6FA-06158D9DE6C1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133049" y="6372686"/>
              <a:ext cx="3058950" cy="485314"/>
            </a:xfrm>
            <a:prstGeom prst="rect">
              <a:avLst/>
            </a:prstGeom>
          </p:spPr>
        </p:pic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C8110EBA-7F3C-ABFE-5131-BCF5E19F0432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9932126" y="6439118"/>
              <a:ext cx="2039112" cy="30797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01026123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176">
          <p15:clr>
            <a:srgbClr val="FBAE4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F2195C5-C77D-7829-4CA0-D3D261DB7E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FD53BF9-0C84-09FC-2203-F273DDADA6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8D69180-D6CD-0E07-01EE-CC2B80A59B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41A82DCC-D04E-4D47-9D43-E3DC1FE8FBC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5978540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8F2DA2-EB3F-46AB-FBC7-A9F410A53B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47218F-4A6C-768A-22E3-5D35EBD776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EB0BA07-CAE4-5376-413B-A2320C00107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B612191-0383-DFB5-6607-107B1D729D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ACD43C9-1CDD-082B-C3DE-88160AED09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18A164C-348B-27EA-E6BB-53E4026125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41A82DCC-D04E-4D47-9D43-E3DC1FE8FBC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1740859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8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609585" lvl="0" indent="-457189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1219170" lvl="1" indent="-423323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828754" lvl="2" indent="-423323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2438339" lvl="3" indent="-42332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3047924" lvl="4" indent="-423323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3657509" lvl="5" indent="-423323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4267093" lvl="6" indent="-42332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4876678" lvl="7" indent="-423323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5486263" lvl="8" indent="-423323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pt-BR" smtClean="0"/>
              <a:pPr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00865148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Closing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5044598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ext with call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04570CFE-0D40-4114-88B7-2BA43DB1FF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459252" y="0"/>
            <a:ext cx="3732748" cy="6858001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F41C60BF-CFA2-410A-B843-9CEAFCB519FD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09600" y="1335024"/>
            <a:ext cx="7505700" cy="4205287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None/>
              <a:defRPr sz="1800"/>
            </a:lvl1pPr>
            <a:lvl2pPr marL="457200" inden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Symbol" panose="05050102010706020507" pitchFamily="18" charset="2"/>
              <a:buNone/>
              <a:defRPr sz="1800"/>
            </a:lvl2pPr>
            <a:lvl3pPr marL="914400" inden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None/>
              <a:defRPr sz="1600"/>
            </a:lvl3pPr>
            <a:lvl4pPr marL="1371600" inden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Symbol" panose="05050102010706020507" pitchFamily="18" charset="2"/>
              <a:buNone/>
              <a:defRPr sz="1400"/>
            </a:lvl4pPr>
            <a:lvl5pPr marL="1828800" inden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None/>
              <a:defRPr sz="1400"/>
            </a:lvl5pPr>
            <a:lvl6pPr marL="2286000" inden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Symbol" panose="05050102010706020507" pitchFamily="18" charset="2"/>
              <a:buNone/>
              <a:defRPr sz="1400"/>
            </a:lvl6pPr>
          </a:lstStyle>
          <a:p>
            <a:pPr lvl="0"/>
            <a:r>
              <a:rPr lang="en-US"/>
              <a:t>Click to edit text</a:t>
            </a:r>
          </a:p>
          <a:p>
            <a:pPr lvl="0"/>
            <a:endParaRPr lang="en-US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EAF92B20-A5A6-4909-A73A-C6C85E980ED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" y="504671"/>
            <a:ext cx="6629400" cy="684362"/>
          </a:xfrm>
          <a:prstGeom prst="rect">
            <a:avLst/>
          </a:prstGeom>
        </p:spPr>
        <p:txBody>
          <a:bodyPr/>
          <a:lstStyle>
            <a:lvl1pPr>
              <a:defRPr sz="2800" b="1" i="0">
                <a:solidFill>
                  <a:srgbClr val="003478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Title Style</a:t>
            </a:r>
          </a:p>
        </p:txBody>
      </p:sp>
      <p:sp>
        <p:nvSpPr>
          <p:cNvPr id="9" name="Text Placeholder 18">
            <a:extLst>
              <a:ext uri="{FF2B5EF4-FFF2-40B4-BE49-F238E27FC236}">
                <a16:creationId xmlns:a16="http://schemas.microsoft.com/office/drawing/2014/main" id="{2262C48F-4708-42DE-8E80-44A3B0CD34B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817055" y="2216427"/>
            <a:ext cx="2998301" cy="1590260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4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" name="Text Placeholder 12">
            <a:extLst>
              <a:ext uri="{FF2B5EF4-FFF2-40B4-BE49-F238E27FC236}">
                <a16:creationId xmlns:a16="http://schemas.microsoft.com/office/drawing/2014/main" id="{10A8ED32-609D-7C19-DC91-94205136831A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09599" y="5719303"/>
            <a:ext cx="7524308" cy="472518"/>
          </a:xfrm>
          <a:prstGeom prst="rect">
            <a:avLst/>
          </a:prstGeom>
          <a:solidFill>
            <a:srgbClr val="003478">
              <a:alpha val="10000"/>
            </a:srgbClr>
          </a:solidFill>
          <a:ln>
            <a:noFill/>
          </a:ln>
          <a:effectLst/>
          <a:scene3d>
            <a:camera prst="orthographicFront"/>
            <a:lightRig rig="brightRoom" dir="t">
              <a:rot lat="0" lon="0" rev="600000"/>
            </a:lightRig>
          </a:scene3d>
          <a:sp3d prstMaterial="metal"/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lang="en-US" sz="2000" b="0" kern="1200" cap="none" spc="-10" baseline="0" dirty="0">
                <a:solidFill>
                  <a:srgbClr val="003478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Add message here.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2DFCAB81-8154-13EA-C04E-021F9D8F2C98}"/>
              </a:ext>
            </a:extLst>
          </p:cNvPr>
          <p:cNvGrpSpPr/>
          <p:nvPr userDrawn="1"/>
        </p:nvGrpSpPr>
        <p:grpSpPr>
          <a:xfrm>
            <a:off x="9133049" y="6372686"/>
            <a:ext cx="3058950" cy="485314"/>
            <a:chOff x="9133049" y="6372686"/>
            <a:chExt cx="3058950" cy="485314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397F3881-0CD4-BBC4-DE0D-7670831C26E1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133049" y="6372686"/>
              <a:ext cx="3058950" cy="485314"/>
            </a:xfrm>
            <a:prstGeom prst="rect">
              <a:avLst/>
            </a:prstGeom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B78C58E0-9EB4-F7CA-5A9C-5B895CC67F66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9932126" y="6439118"/>
              <a:ext cx="2039112" cy="30797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63491382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Closing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127048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DC1A0D84-BBEA-4099-9778-A9363A2BADE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2648" y="504671"/>
            <a:ext cx="10983686" cy="684362"/>
          </a:xfrm>
          <a:prstGeom prst="rect">
            <a:avLst/>
          </a:prstGeom>
        </p:spPr>
        <p:txBody>
          <a:bodyPr/>
          <a:lstStyle>
            <a:lvl1pPr>
              <a:defRPr sz="2800" b="1" i="0">
                <a:solidFill>
                  <a:srgbClr val="003478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Title Style</a:t>
            </a:r>
          </a:p>
        </p:txBody>
      </p:sp>
      <p:sp>
        <p:nvSpPr>
          <p:cNvPr id="18" name="Text Placeholder 18">
            <a:extLst>
              <a:ext uri="{FF2B5EF4-FFF2-40B4-BE49-F238E27FC236}">
                <a16:creationId xmlns:a16="http://schemas.microsoft.com/office/drawing/2014/main" id="{B956E94C-9969-4AB2-8117-F619D597A2EC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09600" y="5302002"/>
            <a:ext cx="2998301" cy="38002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2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Chart Placeholder 8">
            <a:extLst>
              <a:ext uri="{FF2B5EF4-FFF2-40B4-BE49-F238E27FC236}">
                <a16:creationId xmlns:a16="http://schemas.microsoft.com/office/drawing/2014/main" id="{AB518037-F3DC-4DBC-AA07-629E5C8B49FC}"/>
              </a:ext>
            </a:extLst>
          </p:cNvPr>
          <p:cNvSpPr>
            <a:spLocks noGrp="1"/>
          </p:cNvSpPr>
          <p:nvPr>
            <p:ph type="chart" sz="quarter" idx="24"/>
          </p:nvPr>
        </p:nvSpPr>
        <p:spPr>
          <a:xfrm>
            <a:off x="609600" y="1258606"/>
            <a:ext cx="10972800" cy="3938869"/>
          </a:xfrm>
          <a:prstGeom prst="rect">
            <a:avLst/>
          </a:prstGeom>
          <a:solidFill>
            <a:schemeClr val="bg1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chart</a:t>
            </a:r>
          </a:p>
        </p:txBody>
      </p:sp>
      <p:sp>
        <p:nvSpPr>
          <p:cNvPr id="5" name="Text Placeholder 12">
            <a:extLst>
              <a:ext uri="{FF2B5EF4-FFF2-40B4-BE49-F238E27FC236}">
                <a16:creationId xmlns:a16="http://schemas.microsoft.com/office/drawing/2014/main" id="{FCAD2B6C-443D-28D6-F18D-18F54A9EEC4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09599" y="5804362"/>
            <a:ext cx="10972800" cy="472518"/>
          </a:xfrm>
          <a:prstGeom prst="rect">
            <a:avLst/>
          </a:prstGeom>
          <a:solidFill>
            <a:srgbClr val="003478">
              <a:alpha val="10000"/>
            </a:srgbClr>
          </a:solidFill>
          <a:ln>
            <a:noFill/>
          </a:ln>
          <a:effectLst/>
          <a:scene3d>
            <a:camera prst="orthographicFront"/>
            <a:lightRig rig="brightRoom" dir="t">
              <a:rot lat="0" lon="0" rev="600000"/>
            </a:lightRig>
          </a:scene3d>
          <a:sp3d prstMaterial="metal"/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lang="en-US" sz="2000" b="0" kern="1200" cap="none" spc="-10" baseline="0" dirty="0">
                <a:solidFill>
                  <a:srgbClr val="003478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Add message here.</a:t>
            </a:r>
          </a:p>
        </p:txBody>
      </p:sp>
    </p:spTree>
    <p:extLst>
      <p:ext uri="{BB962C8B-B14F-4D97-AF65-F5344CB8AC3E}">
        <p14:creationId xmlns:p14="http://schemas.microsoft.com/office/powerpoint/2010/main" val="3502335456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ransitio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7760E2-4A59-41CF-9D25-3932C873211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82511" y="3009440"/>
            <a:ext cx="9218621" cy="650277"/>
          </a:xfrm>
          <a:prstGeom prst="rect">
            <a:avLst/>
          </a:prstGeom>
        </p:spPr>
        <p:txBody>
          <a:bodyPr/>
          <a:lstStyle>
            <a:lvl1pPr algn="ctr">
              <a:defRPr sz="3600" b="1">
                <a:solidFill>
                  <a:srgbClr val="003478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Transition Slide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47064096-BC33-4BE5-921C-3C44EFC9E5AC}"/>
              </a:ext>
            </a:extLst>
          </p:cNvPr>
          <p:cNvCxnSpPr>
            <a:cxnSpLocks/>
          </p:cNvCxnSpPr>
          <p:nvPr userDrawn="1"/>
        </p:nvCxnSpPr>
        <p:spPr>
          <a:xfrm>
            <a:off x="5406021" y="4128578"/>
            <a:ext cx="1371600" cy="0"/>
          </a:xfrm>
          <a:prstGeom prst="line">
            <a:avLst/>
          </a:prstGeom>
          <a:ln w="57150">
            <a:solidFill>
              <a:srgbClr val="00347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6607160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176">
          <p15:clr>
            <a:srgbClr val="FBAE40"/>
          </p15:clr>
        </p15:guide>
      </p15:sldGuideLst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Picture Backgro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C21D4684-8BB0-4FE9-B1CB-B9F65E4F9DCA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0" y="3429000"/>
            <a:ext cx="12192000" cy="3428999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/>
            </a:lvl1pPr>
          </a:lstStyle>
          <a:p>
            <a:endParaRPr lang="en-US"/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A7DA89AA-3199-43A5-B716-88F9B206E89D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09600" y="1550504"/>
            <a:ext cx="2998300" cy="2951924"/>
          </a:xfrm>
          <a:prstGeom prst="rect">
            <a:avLst/>
          </a:prstGeom>
          <a:solidFill>
            <a:srgbClr val="003478"/>
          </a:solidFill>
        </p:spPr>
        <p:txBody>
          <a:bodyPr lIns="274320" tIns="274320" rIns="274320" bIns="365760" anchor="ctr"/>
          <a:lstStyle>
            <a:lvl1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400" b="0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32" name="Title 1">
            <a:extLst>
              <a:ext uri="{FF2B5EF4-FFF2-40B4-BE49-F238E27FC236}">
                <a16:creationId xmlns:a16="http://schemas.microsoft.com/office/drawing/2014/main" id="{CB37C666-26F7-4F2C-92CE-67B0C3E52D6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" y="504671"/>
            <a:ext cx="10983686" cy="684362"/>
          </a:xfrm>
          <a:prstGeom prst="rect">
            <a:avLst/>
          </a:prstGeom>
        </p:spPr>
        <p:txBody>
          <a:bodyPr/>
          <a:lstStyle>
            <a:lvl1pPr>
              <a:defRPr sz="2800" b="1" i="0">
                <a:solidFill>
                  <a:srgbClr val="002F6C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Title Style</a:t>
            </a:r>
          </a:p>
        </p:txBody>
      </p:sp>
      <p:sp>
        <p:nvSpPr>
          <p:cNvPr id="11" name="Text Placeholder 18">
            <a:extLst>
              <a:ext uri="{FF2B5EF4-FFF2-40B4-BE49-F238E27FC236}">
                <a16:creationId xmlns:a16="http://schemas.microsoft.com/office/drawing/2014/main" id="{6E546E26-95A4-4F81-AEA4-F78B3F1908C4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4596851" y="1550504"/>
            <a:ext cx="2998300" cy="2951924"/>
          </a:xfrm>
          <a:prstGeom prst="rect">
            <a:avLst/>
          </a:prstGeom>
          <a:solidFill>
            <a:srgbClr val="003478"/>
          </a:solidFill>
        </p:spPr>
        <p:txBody>
          <a:bodyPr lIns="274320" tIns="274320" rIns="274320" bIns="365760" anchor="ctr"/>
          <a:lstStyle>
            <a:lvl1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400" b="0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12" name="Text Placeholder 18">
            <a:extLst>
              <a:ext uri="{FF2B5EF4-FFF2-40B4-BE49-F238E27FC236}">
                <a16:creationId xmlns:a16="http://schemas.microsoft.com/office/drawing/2014/main" id="{1FFA57FE-AEF6-472C-8D21-CC48F53E9B2D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8584102" y="1550504"/>
            <a:ext cx="2998300" cy="2951924"/>
          </a:xfrm>
          <a:prstGeom prst="rect">
            <a:avLst/>
          </a:prstGeom>
          <a:solidFill>
            <a:srgbClr val="003478"/>
          </a:solidFill>
        </p:spPr>
        <p:txBody>
          <a:bodyPr lIns="274320" tIns="274320" rIns="274320" bIns="365760" anchor="ctr"/>
          <a:lstStyle>
            <a:lvl1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400" b="0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ECF76341-4282-6E92-E5C4-7B19444CA503}"/>
              </a:ext>
            </a:extLst>
          </p:cNvPr>
          <p:cNvGrpSpPr/>
          <p:nvPr userDrawn="1"/>
        </p:nvGrpSpPr>
        <p:grpSpPr>
          <a:xfrm>
            <a:off x="9133049" y="6372686"/>
            <a:ext cx="3058950" cy="485314"/>
            <a:chOff x="9133049" y="6372686"/>
            <a:chExt cx="3058950" cy="485314"/>
          </a:xfrm>
        </p:grpSpPr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EA088008-B6B4-3C0F-C6FA-06158D9DE6C1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133049" y="6372686"/>
              <a:ext cx="3058950" cy="485314"/>
            </a:xfrm>
            <a:prstGeom prst="rect">
              <a:avLst/>
            </a:prstGeom>
          </p:spPr>
        </p:pic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C8110EBA-7F3C-ABFE-5131-BCF5E19F0432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9932126" y="6439118"/>
              <a:ext cx="2039112" cy="30797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74743969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176">
          <p15:clr>
            <a:srgbClr val="FBAE40"/>
          </p15:clr>
        </p15:guide>
      </p15:sldGuideLst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Pictures with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DC1A0D84-BBEA-4099-9778-A9363A2BADE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2648" y="504671"/>
            <a:ext cx="10863943" cy="684362"/>
          </a:xfrm>
          <a:prstGeom prst="rect">
            <a:avLst/>
          </a:prstGeom>
        </p:spPr>
        <p:txBody>
          <a:bodyPr/>
          <a:lstStyle>
            <a:lvl1pPr>
              <a:defRPr sz="2800" b="1" i="0">
                <a:solidFill>
                  <a:srgbClr val="003478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Title Style</a:t>
            </a:r>
          </a:p>
        </p:txBody>
      </p:sp>
      <p:sp>
        <p:nvSpPr>
          <p:cNvPr id="18" name="Text Placeholder 18">
            <a:extLst>
              <a:ext uri="{FF2B5EF4-FFF2-40B4-BE49-F238E27FC236}">
                <a16:creationId xmlns:a16="http://schemas.microsoft.com/office/drawing/2014/main" id="{B956E94C-9969-4AB2-8117-F619D597A2EC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09598" y="4635698"/>
            <a:ext cx="2999232" cy="1196142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4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318F9C99-6215-4A1B-BF56-662E2AB3DC97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578624" y="4635698"/>
            <a:ext cx="2998301" cy="1196142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4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18">
            <a:extLst>
              <a:ext uri="{FF2B5EF4-FFF2-40B4-BE49-F238E27FC236}">
                <a16:creationId xmlns:a16="http://schemas.microsoft.com/office/drawing/2014/main" id="{3210C54A-DD08-4364-8254-1321A8844AB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459252" y="4635698"/>
            <a:ext cx="2998301" cy="1196142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4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9FBEC01-9F7C-4B40-BB53-7CA71DF23C74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609598" y="1550504"/>
            <a:ext cx="2999232" cy="296186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1" name="Picture Placeholder 2">
            <a:extLst>
              <a:ext uri="{FF2B5EF4-FFF2-40B4-BE49-F238E27FC236}">
                <a16:creationId xmlns:a16="http://schemas.microsoft.com/office/drawing/2014/main" id="{72BC0D6B-8A30-40EF-AB45-BA0C194FDCFF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4578624" y="1550504"/>
            <a:ext cx="2998301" cy="296186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2" name="Picture Placeholder 2">
            <a:extLst>
              <a:ext uri="{FF2B5EF4-FFF2-40B4-BE49-F238E27FC236}">
                <a16:creationId xmlns:a16="http://schemas.microsoft.com/office/drawing/2014/main" id="{8957662E-BFCE-48F9-862F-DF8DE0A7D641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8459252" y="1553128"/>
            <a:ext cx="2998301" cy="296186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885606335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 with Support Image or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AB15F6E8-53C2-1636-4DE5-37E2A1B240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" y="504671"/>
            <a:ext cx="10983686" cy="684362"/>
          </a:xfrm>
          <a:prstGeom prst="rect">
            <a:avLst/>
          </a:prstGeom>
        </p:spPr>
        <p:txBody>
          <a:bodyPr/>
          <a:lstStyle>
            <a:lvl1pPr>
              <a:defRPr sz="2800" b="1" i="0">
                <a:solidFill>
                  <a:srgbClr val="003478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Title Style</a:t>
            </a:r>
          </a:p>
        </p:txBody>
      </p:sp>
      <p:sp>
        <p:nvSpPr>
          <p:cNvPr id="7" name="Text Placeholder 12">
            <a:extLst>
              <a:ext uri="{FF2B5EF4-FFF2-40B4-BE49-F238E27FC236}">
                <a16:creationId xmlns:a16="http://schemas.microsoft.com/office/drawing/2014/main" id="{2CDF49C0-F365-3752-37B3-94BC855DB78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09599" y="5719303"/>
            <a:ext cx="10972800" cy="472518"/>
          </a:xfrm>
          <a:prstGeom prst="rect">
            <a:avLst/>
          </a:prstGeom>
          <a:solidFill>
            <a:srgbClr val="003478">
              <a:alpha val="10000"/>
            </a:srgbClr>
          </a:solidFill>
          <a:ln>
            <a:noFill/>
          </a:ln>
          <a:effectLst/>
          <a:scene3d>
            <a:camera prst="orthographicFront"/>
            <a:lightRig rig="brightRoom" dir="t">
              <a:rot lat="0" lon="0" rev="600000"/>
            </a:lightRig>
          </a:scene3d>
          <a:sp3d prstMaterial="metal"/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lang="en-US" sz="2000" b="0" kern="1200" cap="none" spc="-10" baseline="0" dirty="0">
                <a:solidFill>
                  <a:srgbClr val="003478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Add message here.</a:t>
            </a:r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9EC5017B-E62E-B053-75FD-10DCDD413972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09600" y="1341438"/>
            <a:ext cx="5324061" cy="3970097"/>
          </a:xfrm>
          <a:prstGeom prst="rect">
            <a:avLst/>
          </a:prstGeom>
          <a:solidFill>
            <a:schemeClr val="bg1"/>
          </a:solidFill>
        </p:spPr>
        <p:txBody>
          <a:bodyPr/>
          <a:lstStyle>
            <a:lvl1pPr>
              <a:lnSpc>
                <a:spcPct val="100000"/>
              </a:lnSpc>
              <a:spcBef>
                <a:spcPts val="600"/>
              </a:spcBef>
              <a:defRPr sz="1600"/>
            </a:lvl1pPr>
            <a:lvl2pPr marL="685800" indent="-228600">
              <a:lnSpc>
                <a:spcPct val="100000"/>
              </a:lnSpc>
              <a:spcBef>
                <a:spcPts val="600"/>
              </a:spcBef>
              <a:buFont typeface="Symbol" panose="05050102010706020507" pitchFamily="18" charset="2"/>
              <a:buChar char="-"/>
              <a:defRPr sz="1400"/>
            </a:lvl2pPr>
            <a:lvl3pPr>
              <a:lnSpc>
                <a:spcPct val="100000"/>
              </a:lnSpc>
              <a:spcBef>
                <a:spcPts val="600"/>
              </a:spcBef>
              <a:defRPr sz="1200"/>
            </a:lvl3pPr>
            <a:lvl4pPr marL="1600200" indent="-228600">
              <a:lnSpc>
                <a:spcPct val="100000"/>
              </a:lnSpc>
              <a:spcBef>
                <a:spcPts val="600"/>
              </a:spcBef>
              <a:buFont typeface="Symbol" panose="05050102010706020507" pitchFamily="18" charset="2"/>
              <a:buChar char="-"/>
              <a:defRPr sz="1100"/>
            </a:lvl4pPr>
            <a:lvl5pPr>
              <a:lnSpc>
                <a:spcPct val="100000"/>
              </a:lnSpc>
              <a:spcBef>
                <a:spcPts val="600"/>
              </a:spcBef>
              <a:defRPr sz="1100"/>
            </a:lvl5pPr>
            <a:lvl6pPr marL="2514600" indent="-228600">
              <a:lnSpc>
                <a:spcPct val="100000"/>
              </a:lnSpc>
              <a:spcBef>
                <a:spcPts val="600"/>
              </a:spcBef>
              <a:buFont typeface="Symbol" panose="05050102010706020507" pitchFamily="18" charset="2"/>
              <a:buChar char="-"/>
              <a:defRPr sz="1100"/>
            </a:lvl6pPr>
          </a:lstStyle>
          <a:p>
            <a:pPr lvl="0"/>
            <a:r>
              <a:rPr lang="en-US"/>
              <a:t>Click to 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</p:txBody>
      </p:sp>
      <p:sp>
        <p:nvSpPr>
          <p:cNvPr id="13" name="Content Placeholder 3">
            <a:extLst>
              <a:ext uri="{FF2B5EF4-FFF2-40B4-BE49-F238E27FC236}">
                <a16:creationId xmlns:a16="http://schemas.microsoft.com/office/drawing/2014/main" id="{E3E2E5F4-CE7B-6998-ED92-C3DF5BA028BE}"/>
              </a:ext>
            </a:extLst>
          </p:cNvPr>
          <p:cNvSpPr>
            <a:spLocks noGrp="1"/>
          </p:cNvSpPr>
          <p:nvPr>
            <p:ph sz="quarter" idx="27" hasCustomPrompt="1"/>
          </p:nvPr>
        </p:nvSpPr>
        <p:spPr>
          <a:xfrm>
            <a:off x="6096000" y="1189033"/>
            <a:ext cx="5486399" cy="4366941"/>
          </a:xfrm>
          <a:prstGeom prst="rect">
            <a:avLst/>
          </a:prstGeom>
          <a:noFill/>
        </p:spPr>
        <p:txBody>
          <a:bodyPr/>
          <a:lstStyle>
            <a:lvl1pPr marL="0" indent="0">
              <a:buNone/>
              <a:defRPr sz="20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text styles</a:t>
            </a:r>
          </a:p>
        </p:txBody>
      </p:sp>
    </p:spTree>
    <p:extLst>
      <p:ext uri="{BB962C8B-B14F-4D97-AF65-F5344CB8AC3E}">
        <p14:creationId xmlns:p14="http://schemas.microsoft.com/office/powerpoint/2010/main" val="4189358786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Full Pag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12">
            <a:extLst>
              <a:ext uri="{FF2B5EF4-FFF2-40B4-BE49-F238E27FC236}">
                <a16:creationId xmlns:a16="http://schemas.microsoft.com/office/drawing/2014/main" id="{673C045F-876A-487E-9097-CF25663536C5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612648" y="1331304"/>
            <a:ext cx="10962862" cy="3707836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1800" baseline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 marL="3657600" indent="0">
              <a:buNone/>
              <a:defRPr/>
            </a:lvl9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DE6E007D-4A49-4350-A5D2-296D7DED613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2648" y="504671"/>
            <a:ext cx="10984633" cy="684362"/>
          </a:xfrm>
          <a:prstGeom prst="rect">
            <a:avLst/>
          </a:prstGeom>
        </p:spPr>
        <p:txBody>
          <a:bodyPr/>
          <a:lstStyle>
            <a:lvl1pPr>
              <a:defRPr sz="2800" b="1" i="0">
                <a:solidFill>
                  <a:srgbClr val="003478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Title Style</a:t>
            </a: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A8CA206A-CB1D-4E4E-8256-938ED74FCA6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12910" y="5206735"/>
            <a:ext cx="5108023" cy="2381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00">
                <a:latin typeface="Arial" panose="020B0604020202020204" pitchFamily="34" charset="0"/>
              </a:defRPr>
            </a:lvl1pPr>
            <a:lvl2pPr marL="457200" indent="0">
              <a:buNone/>
              <a:defRPr sz="1000">
                <a:latin typeface="Arial Nova Cond" panose="020B0604020202020204" pitchFamily="34" charset="0"/>
              </a:defRPr>
            </a:lvl2pPr>
            <a:lvl3pPr marL="914400" indent="0">
              <a:buNone/>
              <a:defRPr sz="1000">
                <a:latin typeface="Arial Nova Cond" panose="020B0604020202020204" pitchFamily="34" charset="0"/>
              </a:defRPr>
            </a:lvl3pPr>
            <a:lvl4pPr marL="1371600" indent="0">
              <a:buNone/>
              <a:defRPr sz="1000">
                <a:latin typeface="Arial Nova Cond" panose="020B0604020202020204" pitchFamily="34" charset="0"/>
              </a:defRPr>
            </a:lvl4pPr>
            <a:lvl5pPr marL="1828800" indent="0">
              <a:buNone/>
              <a:defRPr sz="1000">
                <a:latin typeface="Arial Nova Cond" panose="020B0604020202020204" pitchFamily="34" charset="0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Footnote</a:t>
            </a:r>
          </a:p>
        </p:txBody>
      </p:sp>
      <p:sp>
        <p:nvSpPr>
          <p:cNvPr id="8" name="Text Placeholder 12">
            <a:extLst>
              <a:ext uri="{FF2B5EF4-FFF2-40B4-BE49-F238E27FC236}">
                <a16:creationId xmlns:a16="http://schemas.microsoft.com/office/drawing/2014/main" id="{E04CEAC4-5E47-14AB-3A81-6C246820647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09599" y="5719303"/>
            <a:ext cx="10972800" cy="472518"/>
          </a:xfrm>
          <a:prstGeom prst="rect">
            <a:avLst/>
          </a:prstGeom>
          <a:solidFill>
            <a:srgbClr val="003478">
              <a:alpha val="10000"/>
            </a:srgbClr>
          </a:solidFill>
          <a:ln>
            <a:noFill/>
          </a:ln>
          <a:effectLst/>
          <a:scene3d>
            <a:camera prst="orthographicFront"/>
            <a:lightRig rig="brightRoom" dir="t">
              <a:rot lat="0" lon="0" rev="600000"/>
            </a:lightRig>
          </a:scene3d>
          <a:sp3d prstMaterial="metal"/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lang="en-US" sz="2000" b="0" kern="1200" cap="none" spc="-10" baseline="0" dirty="0">
                <a:solidFill>
                  <a:srgbClr val="003478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Add message here.</a:t>
            </a:r>
          </a:p>
        </p:txBody>
      </p:sp>
    </p:spTree>
    <p:extLst>
      <p:ext uri="{BB962C8B-B14F-4D97-AF65-F5344CB8AC3E}">
        <p14:creationId xmlns:p14="http://schemas.microsoft.com/office/powerpoint/2010/main" val="40197453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Full Pag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12">
            <a:extLst>
              <a:ext uri="{FF2B5EF4-FFF2-40B4-BE49-F238E27FC236}">
                <a16:creationId xmlns:a16="http://schemas.microsoft.com/office/drawing/2014/main" id="{673C045F-876A-487E-9097-CF25663536C5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612648" y="1331304"/>
            <a:ext cx="10962862" cy="3707836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1800" baseline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 marL="3657600" indent="0">
              <a:buNone/>
              <a:defRPr/>
            </a:lvl9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DE6E007D-4A49-4350-A5D2-296D7DED613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2648" y="504671"/>
            <a:ext cx="10984633" cy="684362"/>
          </a:xfrm>
          <a:prstGeom prst="rect">
            <a:avLst/>
          </a:prstGeom>
        </p:spPr>
        <p:txBody>
          <a:bodyPr/>
          <a:lstStyle>
            <a:lvl1pPr>
              <a:defRPr sz="2800" b="1" i="0">
                <a:solidFill>
                  <a:srgbClr val="003478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Title Style</a:t>
            </a: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A8CA206A-CB1D-4E4E-8256-938ED74FCA6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12910" y="5206735"/>
            <a:ext cx="5108023" cy="2381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00">
                <a:latin typeface="Arial" panose="020B0604020202020204" pitchFamily="34" charset="0"/>
              </a:defRPr>
            </a:lvl1pPr>
            <a:lvl2pPr marL="457200" indent="0">
              <a:buNone/>
              <a:defRPr sz="1000">
                <a:latin typeface="Arial Nova Cond" panose="020B0604020202020204" pitchFamily="34" charset="0"/>
              </a:defRPr>
            </a:lvl2pPr>
            <a:lvl3pPr marL="914400" indent="0">
              <a:buNone/>
              <a:defRPr sz="1000">
                <a:latin typeface="Arial Nova Cond" panose="020B0604020202020204" pitchFamily="34" charset="0"/>
              </a:defRPr>
            </a:lvl3pPr>
            <a:lvl4pPr marL="1371600" indent="0">
              <a:buNone/>
              <a:defRPr sz="1000">
                <a:latin typeface="Arial Nova Cond" panose="020B0604020202020204" pitchFamily="34" charset="0"/>
              </a:defRPr>
            </a:lvl4pPr>
            <a:lvl5pPr marL="1828800" indent="0">
              <a:buNone/>
              <a:defRPr sz="1000">
                <a:latin typeface="Arial Nova Cond" panose="020B0604020202020204" pitchFamily="34" charset="0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Footnote</a:t>
            </a:r>
          </a:p>
        </p:txBody>
      </p:sp>
      <p:sp>
        <p:nvSpPr>
          <p:cNvPr id="8" name="Text Placeholder 12">
            <a:extLst>
              <a:ext uri="{FF2B5EF4-FFF2-40B4-BE49-F238E27FC236}">
                <a16:creationId xmlns:a16="http://schemas.microsoft.com/office/drawing/2014/main" id="{E04CEAC4-5E47-14AB-3A81-6C246820647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09599" y="5719303"/>
            <a:ext cx="10972800" cy="472518"/>
          </a:xfrm>
          <a:prstGeom prst="rect">
            <a:avLst/>
          </a:prstGeom>
          <a:solidFill>
            <a:srgbClr val="003478">
              <a:alpha val="10000"/>
            </a:srgbClr>
          </a:solidFill>
          <a:ln>
            <a:noFill/>
          </a:ln>
          <a:effectLst/>
          <a:scene3d>
            <a:camera prst="orthographicFront"/>
            <a:lightRig rig="brightRoom" dir="t">
              <a:rot lat="0" lon="0" rev="600000"/>
            </a:lightRig>
          </a:scene3d>
          <a:sp3d prstMaterial="metal"/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lang="en-US" sz="2000" b="0" kern="1200" cap="none" spc="-10" baseline="0" dirty="0">
                <a:solidFill>
                  <a:srgbClr val="003478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Add message here.</a:t>
            </a:r>
          </a:p>
        </p:txBody>
      </p:sp>
    </p:spTree>
    <p:extLst>
      <p:ext uri="{BB962C8B-B14F-4D97-AF65-F5344CB8AC3E}">
        <p14:creationId xmlns:p14="http://schemas.microsoft.com/office/powerpoint/2010/main" val="3948796453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DC1A0D84-BBEA-4099-9778-A9363A2BADE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2648" y="504671"/>
            <a:ext cx="10983686" cy="684362"/>
          </a:xfrm>
          <a:prstGeom prst="rect">
            <a:avLst/>
          </a:prstGeom>
        </p:spPr>
        <p:txBody>
          <a:bodyPr/>
          <a:lstStyle>
            <a:lvl1pPr>
              <a:defRPr sz="2800" b="1" i="0">
                <a:solidFill>
                  <a:srgbClr val="003478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Title Style</a:t>
            </a:r>
          </a:p>
        </p:txBody>
      </p:sp>
      <p:sp>
        <p:nvSpPr>
          <p:cNvPr id="18" name="Text Placeholder 18">
            <a:extLst>
              <a:ext uri="{FF2B5EF4-FFF2-40B4-BE49-F238E27FC236}">
                <a16:creationId xmlns:a16="http://schemas.microsoft.com/office/drawing/2014/main" id="{B956E94C-9969-4AB2-8117-F619D597A2EC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09600" y="5302002"/>
            <a:ext cx="2998301" cy="38002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2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Chart Placeholder 8">
            <a:extLst>
              <a:ext uri="{FF2B5EF4-FFF2-40B4-BE49-F238E27FC236}">
                <a16:creationId xmlns:a16="http://schemas.microsoft.com/office/drawing/2014/main" id="{AB518037-F3DC-4DBC-AA07-629E5C8B49FC}"/>
              </a:ext>
            </a:extLst>
          </p:cNvPr>
          <p:cNvSpPr>
            <a:spLocks noGrp="1"/>
          </p:cNvSpPr>
          <p:nvPr>
            <p:ph type="chart" sz="quarter" idx="24"/>
          </p:nvPr>
        </p:nvSpPr>
        <p:spPr>
          <a:xfrm>
            <a:off x="609600" y="1258606"/>
            <a:ext cx="10972800" cy="3938869"/>
          </a:xfrm>
          <a:prstGeom prst="rect">
            <a:avLst/>
          </a:prstGeom>
          <a:solidFill>
            <a:schemeClr val="bg1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chart</a:t>
            </a:r>
          </a:p>
        </p:txBody>
      </p:sp>
      <p:sp>
        <p:nvSpPr>
          <p:cNvPr id="5" name="Text Placeholder 12">
            <a:extLst>
              <a:ext uri="{FF2B5EF4-FFF2-40B4-BE49-F238E27FC236}">
                <a16:creationId xmlns:a16="http://schemas.microsoft.com/office/drawing/2014/main" id="{FCAD2B6C-443D-28D6-F18D-18F54A9EEC4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09599" y="5804362"/>
            <a:ext cx="10972800" cy="472518"/>
          </a:xfrm>
          <a:prstGeom prst="rect">
            <a:avLst/>
          </a:prstGeom>
          <a:solidFill>
            <a:srgbClr val="003478">
              <a:alpha val="10000"/>
            </a:srgbClr>
          </a:solidFill>
          <a:ln>
            <a:noFill/>
          </a:ln>
          <a:effectLst/>
          <a:scene3d>
            <a:camera prst="orthographicFront"/>
            <a:lightRig rig="brightRoom" dir="t">
              <a:rot lat="0" lon="0" rev="600000"/>
            </a:lightRig>
          </a:scene3d>
          <a:sp3d prstMaterial="metal"/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lang="en-US" sz="2000" b="0" kern="1200" cap="none" spc="-10" baseline="0" dirty="0">
                <a:solidFill>
                  <a:srgbClr val="003478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Add message here.</a:t>
            </a:r>
          </a:p>
        </p:txBody>
      </p:sp>
    </p:spTree>
    <p:extLst>
      <p:ext uri="{BB962C8B-B14F-4D97-AF65-F5344CB8AC3E}">
        <p14:creationId xmlns:p14="http://schemas.microsoft.com/office/powerpoint/2010/main" val="794958282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Transition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7760E2-4A59-41CF-9D25-3932C873211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82511" y="3009440"/>
            <a:ext cx="9218621" cy="650277"/>
          </a:xfrm>
          <a:prstGeom prst="rect">
            <a:avLst/>
          </a:prstGeom>
        </p:spPr>
        <p:txBody>
          <a:bodyPr/>
          <a:lstStyle>
            <a:lvl1pPr algn="ctr">
              <a:defRPr sz="3600" b="1">
                <a:solidFill>
                  <a:srgbClr val="003478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Transition Slide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47064096-BC33-4BE5-921C-3C44EFC9E5AC}"/>
              </a:ext>
            </a:extLst>
          </p:cNvPr>
          <p:cNvCxnSpPr>
            <a:cxnSpLocks/>
          </p:cNvCxnSpPr>
          <p:nvPr userDrawn="1"/>
        </p:nvCxnSpPr>
        <p:spPr>
          <a:xfrm>
            <a:off x="5406021" y="4128578"/>
            <a:ext cx="1371600" cy="0"/>
          </a:xfrm>
          <a:prstGeom prst="line">
            <a:avLst/>
          </a:prstGeom>
          <a:ln w="57150">
            <a:solidFill>
              <a:srgbClr val="00347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9736567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176">
          <p15:clr>
            <a:srgbClr val="FBAE40"/>
          </p15:clr>
        </p15:guide>
      </p15:sldGuideLst>
    </p:ext>
  </p:extLs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Pictures with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DC1A0D84-BBEA-4099-9778-A9363A2BADE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2648" y="504671"/>
            <a:ext cx="10863943" cy="684362"/>
          </a:xfrm>
          <a:prstGeom prst="rect">
            <a:avLst/>
          </a:prstGeom>
        </p:spPr>
        <p:txBody>
          <a:bodyPr/>
          <a:lstStyle>
            <a:lvl1pPr>
              <a:defRPr sz="2800" b="1" i="0">
                <a:solidFill>
                  <a:srgbClr val="003478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Title Style</a:t>
            </a:r>
          </a:p>
        </p:txBody>
      </p:sp>
      <p:sp>
        <p:nvSpPr>
          <p:cNvPr id="18" name="Text Placeholder 18">
            <a:extLst>
              <a:ext uri="{FF2B5EF4-FFF2-40B4-BE49-F238E27FC236}">
                <a16:creationId xmlns:a16="http://schemas.microsoft.com/office/drawing/2014/main" id="{B956E94C-9969-4AB2-8117-F619D597A2EC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09598" y="4635698"/>
            <a:ext cx="2999232" cy="1196142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4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318F9C99-6215-4A1B-BF56-662E2AB3DC97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578624" y="4635698"/>
            <a:ext cx="2998301" cy="1196142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4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18">
            <a:extLst>
              <a:ext uri="{FF2B5EF4-FFF2-40B4-BE49-F238E27FC236}">
                <a16:creationId xmlns:a16="http://schemas.microsoft.com/office/drawing/2014/main" id="{3210C54A-DD08-4364-8254-1321A8844AB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459252" y="4635698"/>
            <a:ext cx="2998301" cy="1196142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4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9FBEC01-9F7C-4B40-BB53-7CA71DF23C74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609598" y="1550504"/>
            <a:ext cx="2999232" cy="296186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1" name="Picture Placeholder 2">
            <a:extLst>
              <a:ext uri="{FF2B5EF4-FFF2-40B4-BE49-F238E27FC236}">
                <a16:creationId xmlns:a16="http://schemas.microsoft.com/office/drawing/2014/main" id="{72BC0D6B-8A30-40EF-AB45-BA0C194FDCFF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4578624" y="1550504"/>
            <a:ext cx="2998301" cy="296186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2" name="Picture Placeholder 2">
            <a:extLst>
              <a:ext uri="{FF2B5EF4-FFF2-40B4-BE49-F238E27FC236}">
                <a16:creationId xmlns:a16="http://schemas.microsoft.com/office/drawing/2014/main" id="{8957662E-BFCE-48F9-862F-DF8DE0A7D641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8459252" y="1553128"/>
            <a:ext cx="2998301" cy="296186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951849412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 with Support Image or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AB15F6E8-53C2-1636-4DE5-37E2A1B240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" y="504671"/>
            <a:ext cx="10983686" cy="684362"/>
          </a:xfrm>
          <a:prstGeom prst="rect">
            <a:avLst/>
          </a:prstGeom>
        </p:spPr>
        <p:txBody>
          <a:bodyPr/>
          <a:lstStyle>
            <a:lvl1pPr>
              <a:defRPr sz="2800" b="1" i="0">
                <a:solidFill>
                  <a:srgbClr val="003478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Title Style</a:t>
            </a:r>
          </a:p>
        </p:txBody>
      </p:sp>
      <p:sp>
        <p:nvSpPr>
          <p:cNvPr id="7" name="Text Placeholder 12">
            <a:extLst>
              <a:ext uri="{FF2B5EF4-FFF2-40B4-BE49-F238E27FC236}">
                <a16:creationId xmlns:a16="http://schemas.microsoft.com/office/drawing/2014/main" id="{2CDF49C0-F365-3752-37B3-94BC855DB78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09599" y="5719303"/>
            <a:ext cx="10972800" cy="472518"/>
          </a:xfrm>
          <a:prstGeom prst="rect">
            <a:avLst/>
          </a:prstGeom>
          <a:solidFill>
            <a:srgbClr val="003478">
              <a:alpha val="10000"/>
            </a:srgbClr>
          </a:solidFill>
          <a:ln>
            <a:noFill/>
          </a:ln>
          <a:effectLst/>
          <a:scene3d>
            <a:camera prst="orthographicFront"/>
            <a:lightRig rig="brightRoom" dir="t">
              <a:rot lat="0" lon="0" rev="600000"/>
            </a:lightRig>
          </a:scene3d>
          <a:sp3d prstMaterial="metal"/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lang="en-US" sz="2000" b="0" kern="1200" cap="none" spc="-10" baseline="0" dirty="0">
                <a:solidFill>
                  <a:srgbClr val="003478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Add message here.</a:t>
            </a:r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9EC5017B-E62E-B053-75FD-10DCDD413972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09600" y="1341438"/>
            <a:ext cx="5324061" cy="3970097"/>
          </a:xfrm>
          <a:prstGeom prst="rect">
            <a:avLst/>
          </a:prstGeom>
          <a:solidFill>
            <a:schemeClr val="bg1"/>
          </a:solidFill>
        </p:spPr>
        <p:txBody>
          <a:bodyPr/>
          <a:lstStyle>
            <a:lvl1pPr>
              <a:lnSpc>
                <a:spcPct val="100000"/>
              </a:lnSpc>
              <a:spcBef>
                <a:spcPts val="600"/>
              </a:spcBef>
              <a:defRPr sz="1600"/>
            </a:lvl1pPr>
            <a:lvl2pPr marL="685800" indent="-228600">
              <a:lnSpc>
                <a:spcPct val="100000"/>
              </a:lnSpc>
              <a:spcBef>
                <a:spcPts val="600"/>
              </a:spcBef>
              <a:buFont typeface="Symbol" panose="05050102010706020507" pitchFamily="18" charset="2"/>
              <a:buChar char="-"/>
              <a:defRPr sz="1400"/>
            </a:lvl2pPr>
            <a:lvl3pPr>
              <a:lnSpc>
                <a:spcPct val="100000"/>
              </a:lnSpc>
              <a:spcBef>
                <a:spcPts val="600"/>
              </a:spcBef>
              <a:defRPr sz="1200"/>
            </a:lvl3pPr>
            <a:lvl4pPr marL="1600200" indent="-228600">
              <a:lnSpc>
                <a:spcPct val="100000"/>
              </a:lnSpc>
              <a:spcBef>
                <a:spcPts val="600"/>
              </a:spcBef>
              <a:buFont typeface="Symbol" panose="05050102010706020507" pitchFamily="18" charset="2"/>
              <a:buChar char="-"/>
              <a:defRPr sz="1100"/>
            </a:lvl4pPr>
            <a:lvl5pPr>
              <a:lnSpc>
                <a:spcPct val="100000"/>
              </a:lnSpc>
              <a:spcBef>
                <a:spcPts val="600"/>
              </a:spcBef>
              <a:defRPr sz="1100"/>
            </a:lvl5pPr>
            <a:lvl6pPr marL="2514600" indent="-228600">
              <a:lnSpc>
                <a:spcPct val="100000"/>
              </a:lnSpc>
              <a:spcBef>
                <a:spcPts val="600"/>
              </a:spcBef>
              <a:buFont typeface="Symbol" panose="05050102010706020507" pitchFamily="18" charset="2"/>
              <a:buChar char="-"/>
              <a:defRPr sz="1100"/>
            </a:lvl6pPr>
          </a:lstStyle>
          <a:p>
            <a:pPr lvl="0"/>
            <a:r>
              <a:rPr lang="en-US"/>
              <a:t>Click to 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</p:txBody>
      </p:sp>
      <p:sp>
        <p:nvSpPr>
          <p:cNvPr id="13" name="Content Placeholder 3">
            <a:extLst>
              <a:ext uri="{FF2B5EF4-FFF2-40B4-BE49-F238E27FC236}">
                <a16:creationId xmlns:a16="http://schemas.microsoft.com/office/drawing/2014/main" id="{E3E2E5F4-CE7B-6998-ED92-C3DF5BA028BE}"/>
              </a:ext>
            </a:extLst>
          </p:cNvPr>
          <p:cNvSpPr>
            <a:spLocks noGrp="1"/>
          </p:cNvSpPr>
          <p:nvPr>
            <p:ph sz="quarter" idx="27" hasCustomPrompt="1"/>
          </p:nvPr>
        </p:nvSpPr>
        <p:spPr>
          <a:xfrm>
            <a:off x="6096000" y="1189033"/>
            <a:ext cx="5486399" cy="4366941"/>
          </a:xfrm>
          <a:prstGeom prst="rect">
            <a:avLst/>
          </a:prstGeom>
          <a:noFill/>
        </p:spPr>
        <p:txBody>
          <a:bodyPr/>
          <a:lstStyle>
            <a:lvl1pPr marL="0" indent="0">
              <a:buNone/>
              <a:defRPr sz="20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text styles</a:t>
            </a:r>
          </a:p>
        </p:txBody>
      </p:sp>
    </p:spTree>
    <p:extLst>
      <p:ext uri="{BB962C8B-B14F-4D97-AF65-F5344CB8AC3E}">
        <p14:creationId xmlns:p14="http://schemas.microsoft.com/office/powerpoint/2010/main" val="169911395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5_Closing Slid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7644401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Full Pag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12">
            <a:extLst>
              <a:ext uri="{FF2B5EF4-FFF2-40B4-BE49-F238E27FC236}">
                <a16:creationId xmlns:a16="http://schemas.microsoft.com/office/drawing/2014/main" id="{673C045F-876A-487E-9097-CF25663536C5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612648" y="1331304"/>
            <a:ext cx="10962862" cy="3707836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1800" baseline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 marL="3657600" indent="0">
              <a:buNone/>
              <a:defRPr/>
            </a:lvl9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DE6E007D-4A49-4350-A5D2-296D7DED613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2648" y="504671"/>
            <a:ext cx="10984633" cy="684362"/>
          </a:xfrm>
          <a:prstGeom prst="rect">
            <a:avLst/>
          </a:prstGeom>
        </p:spPr>
        <p:txBody>
          <a:bodyPr/>
          <a:lstStyle>
            <a:lvl1pPr>
              <a:defRPr sz="2800" b="1" i="0">
                <a:solidFill>
                  <a:srgbClr val="003478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Title Style</a:t>
            </a: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A8CA206A-CB1D-4E4E-8256-938ED74FCA6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12910" y="5206735"/>
            <a:ext cx="5108023" cy="2381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00">
                <a:latin typeface="Arial" panose="020B0604020202020204" pitchFamily="34" charset="0"/>
              </a:defRPr>
            </a:lvl1pPr>
            <a:lvl2pPr marL="457200" indent="0">
              <a:buNone/>
              <a:defRPr sz="1000">
                <a:latin typeface="Arial Nova Cond" panose="020B0604020202020204" pitchFamily="34" charset="0"/>
              </a:defRPr>
            </a:lvl2pPr>
            <a:lvl3pPr marL="914400" indent="0">
              <a:buNone/>
              <a:defRPr sz="1000">
                <a:latin typeface="Arial Nova Cond" panose="020B0604020202020204" pitchFamily="34" charset="0"/>
              </a:defRPr>
            </a:lvl3pPr>
            <a:lvl4pPr marL="1371600" indent="0">
              <a:buNone/>
              <a:defRPr sz="1000">
                <a:latin typeface="Arial Nova Cond" panose="020B0604020202020204" pitchFamily="34" charset="0"/>
              </a:defRPr>
            </a:lvl4pPr>
            <a:lvl5pPr marL="1828800" indent="0">
              <a:buNone/>
              <a:defRPr sz="1000">
                <a:latin typeface="Arial Nova Cond" panose="020B0604020202020204" pitchFamily="34" charset="0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Footnote</a:t>
            </a:r>
          </a:p>
        </p:txBody>
      </p:sp>
      <p:sp>
        <p:nvSpPr>
          <p:cNvPr id="8" name="Text Placeholder 12">
            <a:extLst>
              <a:ext uri="{FF2B5EF4-FFF2-40B4-BE49-F238E27FC236}">
                <a16:creationId xmlns:a16="http://schemas.microsoft.com/office/drawing/2014/main" id="{E04CEAC4-5E47-14AB-3A81-6C246820647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09599" y="5719303"/>
            <a:ext cx="10972800" cy="472518"/>
          </a:xfrm>
          <a:prstGeom prst="rect">
            <a:avLst/>
          </a:prstGeom>
          <a:solidFill>
            <a:srgbClr val="003478">
              <a:alpha val="10000"/>
            </a:srgbClr>
          </a:solidFill>
          <a:ln>
            <a:noFill/>
          </a:ln>
          <a:effectLst/>
          <a:scene3d>
            <a:camera prst="orthographicFront"/>
            <a:lightRig rig="brightRoom" dir="t">
              <a:rot lat="0" lon="0" rev="600000"/>
            </a:lightRig>
          </a:scene3d>
          <a:sp3d prstMaterial="metal"/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lang="en-US" sz="2000" b="0" kern="1200" cap="none" spc="-10" baseline="0" dirty="0">
                <a:solidFill>
                  <a:srgbClr val="003478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Add message here.</a:t>
            </a:r>
          </a:p>
        </p:txBody>
      </p:sp>
    </p:spTree>
    <p:extLst>
      <p:ext uri="{BB962C8B-B14F-4D97-AF65-F5344CB8AC3E}">
        <p14:creationId xmlns:p14="http://schemas.microsoft.com/office/powerpoint/2010/main" val="2145765241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DC1A0D84-BBEA-4099-9778-A9363A2BADE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2648" y="504671"/>
            <a:ext cx="10983686" cy="684362"/>
          </a:xfrm>
          <a:prstGeom prst="rect">
            <a:avLst/>
          </a:prstGeom>
        </p:spPr>
        <p:txBody>
          <a:bodyPr/>
          <a:lstStyle>
            <a:lvl1pPr>
              <a:defRPr sz="2800" b="1" i="0">
                <a:solidFill>
                  <a:srgbClr val="003478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Title Style</a:t>
            </a:r>
          </a:p>
        </p:txBody>
      </p:sp>
      <p:sp>
        <p:nvSpPr>
          <p:cNvPr id="18" name="Text Placeholder 18">
            <a:extLst>
              <a:ext uri="{FF2B5EF4-FFF2-40B4-BE49-F238E27FC236}">
                <a16:creationId xmlns:a16="http://schemas.microsoft.com/office/drawing/2014/main" id="{B956E94C-9969-4AB2-8117-F619D597A2EC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09600" y="5302002"/>
            <a:ext cx="2998301" cy="38002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2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Chart Placeholder 8">
            <a:extLst>
              <a:ext uri="{FF2B5EF4-FFF2-40B4-BE49-F238E27FC236}">
                <a16:creationId xmlns:a16="http://schemas.microsoft.com/office/drawing/2014/main" id="{AB518037-F3DC-4DBC-AA07-629E5C8B49FC}"/>
              </a:ext>
            </a:extLst>
          </p:cNvPr>
          <p:cNvSpPr>
            <a:spLocks noGrp="1"/>
          </p:cNvSpPr>
          <p:nvPr>
            <p:ph type="chart" sz="quarter" idx="24"/>
          </p:nvPr>
        </p:nvSpPr>
        <p:spPr>
          <a:xfrm>
            <a:off x="609600" y="1258606"/>
            <a:ext cx="10972800" cy="3938869"/>
          </a:xfrm>
          <a:prstGeom prst="rect">
            <a:avLst/>
          </a:prstGeom>
          <a:solidFill>
            <a:schemeClr val="bg1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chart</a:t>
            </a:r>
          </a:p>
        </p:txBody>
      </p:sp>
      <p:sp>
        <p:nvSpPr>
          <p:cNvPr id="5" name="Text Placeholder 12">
            <a:extLst>
              <a:ext uri="{FF2B5EF4-FFF2-40B4-BE49-F238E27FC236}">
                <a16:creationId xmlns:a16="http://schemas.microsoft.com/office/drawing/2014/main" id="{FCAD2B6C-443D-28D6-F18D-18F54A9EEC4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09599" y="5804362"/>
            <a:ext cx="10972800" cy="472518"/>
          </a:xfrm>
          <a:prstGeom prst="rect">
            <a:avLst/>
          </a:prstGeom>
          <a:solidFill>
            <a:srgbClr val="003478">
              <a:alpha val="10000"/>
            </a:srgbClr>
          </a:solidFill>
          <a:ln>
            <a:noFill/>
          </a:ln>
          <a:effectLst/>
          <a:scene3d>
            <a:camera prst="orthographicFront"/>
            <a:lightRig rig="brightRoom" dir="t">
              <a:rot lat="0" lon="0" rev="600000"/>
            </a:lightRig>
          </a:scene3d>
          <a:sp3d prstMaterial="metal"/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lang="en-US" sz="2000" b="0" kern="1200" cap="none" spc="-10" baseline="0" dirty="0">
                <a:solidFill>
                  <a:srgbClr val="003478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Add message here.</a:t>
            </a:r>
          </a:p>
        </p:txBody>
      </p:sp>
    </p:spTree>
    <p:extLst>
      <p:ext uri="{BB962C8B-B14F-4D97-AF65-F5344CB8AC3E}">
        <p14:creationId xmlns:p14="http://schemas.microsoft.com/office/powerpoint/2010/main" val="2655952736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Transition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7760E2-4A59-41CF-9D25-3932C873211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82511" y="3009440"/>
            <a:ext cx="9218621" cy="650277"/>
          </a:xfrm>
          <a:prstGeom prst="rect">
            <a:avLst/>
          </a:prstGeom>
        </p:spPr>
        <p:txBody>
          <a:bodyPr/>
          <a:lstStyle>
            <a:lvl1pPr algn="ctr">
              <a:defRPr sz="3600" b="1">
                <a:solidFill>
                  <a:srgbClr val="003478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Transition Slide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47064096-BC33-4BE5-921C-3C44EFC9E5AC}"/>
              </a:ext>
            </a:extLst>
          </p:cNvPr>
          <p:cNvCxnSpPr>
            <a:cxnSpLocks/>
          </p:cNvCxnSpPr>
          <p:nvPr userDrawn="1"/>
        </p:nvCxnSpPr>
        <p:spPr>
          <a:xfrm>
            <a:off x="5406021" y="4128578"/>
            <a:ext cx="1371600" cy="0"/>
          </a:xfrm>
          <a:prstGeom prst="line">
            <a:avLst/>
          </a:prstGeom>
          <a:ln w="57150">
            <a:solidFill>
              <a:srgbClr val="00347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7882074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176">
          <p15:clr>
            <a:srgbClr val="FBAE40"/>
          </p15:clr>
        </p15:guide>
      </p15:sldGuideLst>
    </p:ext>
  </p:extLst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2_Picture Background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C21D4684-8BB0-4FE9-B1CB-B9F65E4F9DCA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0" y="3429000"/>
            <a:ext cx="12192000" cy="3428999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/>
            </a:lvl1pPr>
          </a:lstStyle>
          <a:p>
            <a:endParaRPr lang="en-US"/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A7DA89AA-3199-43A5-B716-88F9B206E89D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09600" y="1550504"/>
            <a:ext cx="2998300" cy="2951924"/>
          </a:xfrm>
          <a:prstGeom prst="rect">
            <a:avLst/>
          </a:prstGeom>
          <a:solidFill>
            <a:srgbClr val="003478"/>
          </a:solidFill>
        </p:spPr>
        <p:txBody>
          <a:bodyPr lIns="274320" tIns="274320" rIns="274320" bIns="365760" anchor="ctr"/>
          <a:lstStyle>
            <a:lvl1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400" b="0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32" name="Title 1">
            <a:extLst>
              <a:ext uri="{FF2B5EF4-FFF2-40B4-BE49-F238E27FC236}">
                <a16:creationId xmlns:a16="http://schemas.microsoft.com/office/drawing/2014/main" id="{CB37C666-26F7-4F2C-92CE-67B0C3E52D6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" y="504671"/>
            <a:ext cx="10983686" cy="684362"/>
          </a:xfrm>
          <a:prstGeom prst="rect">
            <a:avLst/>
          </a:prstGeom>
        </p:spPr>
        <p:txBody>
          <a:bodyPr/>
          <a:lstStyle>
            <a:lvl1pPr>
              <a:defRPr sz="2800" b="1" i="0">
                <a:solidFill>
                  <a:srgbClr val="002F6C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Title Style</a:t>
            </a:r>
          </a:p>
        </p:txBody>
      </p:sp>
      <p:sp>
        <p:nvSpPr>
          <p:cNvPr id="11" name="Text Placeholder 18">
            <a:extLst>
              <a:ext uri="{FF2B5EF4-FFF2-40B4-BE49-F238E27FC236}">
                <a16:creationId xmlns:a16="http://schemas.microsoft.com/office/drawing/2014/main" id="{6E546E26-95A4-4F81-AEA4-F78B3F1908C4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4596851" y="1550504"/>
            <a:ext cx="2998300" cy="2951924"/>
          </a:xfrm>
          <a:prstGeom prst="rect">
            <a:avLst/>
          </a:prstGeom>
          <a:solidFill>
            <a:srgbClr val="003478"/>
          </a:solidFill>
        </p:spPr>
        <p:txBody>
          <a:bodyPr lIns="274320" tIns="274320" rIns="274320" bIns="365760" anchor="ctr"/>
          <a:lstStyle>
            <a:lvl1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400" b="0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12" name="Text Placeholder 18">
            <a:extLst>
              <a:ext uri="{FF2B5EF4-FFF2-40B4-BE49-F238E27FC236}">
                <a16:creationId xmlns:a16="http://schemas.microsoft.com/office/drawing/2014/main" id="{1FFA57FE-AEF6-472C-8D21-CC48F53E9B2D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8584102" y="1550504"/>
            <a:ext cx="2998300" cy="2951924"/>
          </a:xfrm>
          <a:prstGeom prst="rect">
            <a:avLst/>
          </a:prstGeom>
          <a:solidFill>
            <a:srgbClr val="003478"/>
          </a:solidFill>
        </p:spPr>
        <p:txBody>
          <a:bodyPr lIns="274320" tIns="274320" rIns="274320" bIns="365760" anchor="ctr"/>
          <a:lstStyle>
            <a:lvl1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400" b="0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</a:t>
            </a:r>
          </a:p>
        </p:txBody>
      </p:sp>
    </p:spTree>
    <p:extLst>
      <p:ext uri="{BB962C8B-B14F-4D97-AF65-F5344CB8AC3E}">
        <p14:creationId xmlns:p14="http://schemas.microsoft.com/office/powerpoint/2010/main" val="295828530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176">
          <p15:clr>
            <a:srgbClr val="FBAE40"/>
          </p15:clr>
        </p15:guide>
      </p15:sldGuideLst>
    </p:ext>
  </p:extLst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Pictures with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DC1A0D84-BBEA-4099-9778-A9363A2BADE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2648" y="504671"/>
            <a:ext cx="10863943" cy="684362"/>
          </a:xfrm>
          <a:prstGeom prst="rect">
            <a:avLst/>
          </a:prstGeom>
        </p:spPr>
        <p:txBody>
          <a:bodyPr/>
          <a:lstStyle>
            <a:lvl1pPr>
              <a:defRPr sz="2800" b="1" i="0">
                <a:solidFill>
                  <a:srgbClr val="003478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Title Style</a:t>
            </a:r>
          </a:p>
        </p:txBody>
      </p:sp>
      <p:sp>
        <p:nvSpPr>
          <p:cNvPr id="18" name="Text Placeholder 18">
            <a:extLst>
              <a:ext uri="{FF2B5EF4-FFF2-40B4-BE49-F238E27FC236}">
                <a16:creationId xmlns:a16="http://schemas.microsoft.com/office/drawing/2014/main" id="{B956E94C-9969-4AB2-8117-F619D597A2EC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09598" y="4635698"/>
            <a:ext cx="2999232" cy="1196142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4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318F9C99-6215-4A1B-BF56-662E2AB3DC97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578624" y="4635698"/>
            <a:ext cx="2998301" cy="1196142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4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18">
            <a:extLst>
              <a:ext uri="{FF2B5EF4-FFF2-40B4-BE49-F238E27FC236}">
                <a16:creationId xmlns:a16="http://schemas.microsoft.com/office/drawing/2014/main" id="{3210C54A-DD08-4364-8254-1321A8844AB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459252" y="4635698"/>
            <a:ext cx="2998301" cy="1196142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4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9FBEC01-9F7C-4B40-BB53-7CA71DF23C74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609598" y="1550504"/>
            <a:ext cx="2999232" cy="296186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1" name="Picture Placeholder 2">
            <a:extLst>
              <a:ext uri="{FF2B5EF4-FFF2-40B4-BE49-F238E27FC236}">
                <a16:creationId xmlns:a16="http://schemas.microsoft.com/office/drawing/2014/main" id="{72BC0D6B-8A30-40EF-AB45-BA0C194FDCFF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4578624" y="1550504"/>
            <a:ext cx="2998301" cy="296186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2" name="Picture Placeholder 2">
            <a:extLst>
              <a:ext uri="{FF2B5EF4-FFF2-40B4-BE49-F238E27FC236}">
                <a16:creationId xmlns:a16="http://schemas.microsoft.com/office/drawing/2014/main" id="{8957662E-BFCE-48F9-862F-DF8DE0A7D641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8459252" y="1553128"/>
            <a:ext cx="2998301" cy="296186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3568937658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 with Support Image or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AB15F6E8-53C2-1636-4DE5-37E2A1B240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" y="504671"/>
            <a:ext cx="10983686" cy="684362"/>
          </a:xfrm>
          <a:prstGeom prst="rect">
            <a:avLst/>
          </a:prstGeom>
        </p:spPr>
        <p:txBody>
          <a:bodyPr/>
          <a:lstStyle>
            <a:lvl1pPr>
              <a:defRPr sz="2800" b="1" i="0">
                <a:solidFill>
                  <a:srgbClr val="003478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Title Style</a:t>
            </a:r>
          </a:p>
        </p:txBody>
      </p:sp>
      <p:sp>
        <p:nvSpPr>
          <p:cNvPr id="7" name="Text Placeholder 12">
            <a:extLst>
              <a:ext uri="{FF2B5EF4-FFF2-40B4-BE49-F238E27FC236}">
                <a16:creationId xmlns:a16="http://schemas.microsoft.com/office/drawing/2014/main" id="{2CDF49C0-F365-3752-37B3-94BC855DB78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09599" y="5719303"/>
            <a:ext cx="10972800" cy="472518"/>
          </a:xfrm>
          <a:prstGeom prst="rect">
            <a:avLst/>
          </a:prstGeom>
          <a:solidFill>
            <a:srgbClr val="003478">
              <a:alpha val="10000"/>
            </a:srgbClr>
          </a:solidFill>
          <a:ln>
            <a:noFill/>
          </a:ln>
          <a:effectLst/>
          <a:scene3d>
            <a:camera prst="orthographicFront"/>
            <a:lightRig rig="brightRoom" dir="t">
              <a:rot lat="0" lon="0" rev="600000"/>
            </a:lightRig>
          </a:scene3d>
          <a:sp3d prstMaterial="metal"/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lang="en-US" sz="2000" b="0" kern="1200" cap="none" spc="-10" baseline="0" dirty="0">
                <a:solidFill>
                  <a:srgbClr val="003478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Add message here.</a:t>
            </a:r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9EC5017B-E62E-B053-75FD-10DCDD413972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09600" y="1341438"/>
            <a:ext cx="5324061" cy="3970097"/>
          </a:xfrm>
          <a:prstGeom prst="rect">
            <a:avLst/>
          </a:prstGeom>
          <a:solidFill>
            <a:schemeClr val="bg1"/>
          </a:solidFill>
        </p:spPr>
        <p:txBody>
          <a:bodyPr/>
          <a:lstStyle>
            <a:lvl1pPr>
              <a:lnSpc>
                <a:spcPct val="100000"/>
              </a:lnSpc>
              <a:spcBef>
                <a:spcPts val="600"/>
              </a:spcBef>
              <a:defRPr sz="1600"/>
            </a:lvl1pPr>
            <a:lvl2pPr marL="685800" indent="-228600">
              <a:lnSpc>
                <a:spcPct val="100000"/>
              </a:lnSpc>
              <a:spcBef>
                <a:spcPts val="600"/>
              </a:spcBef>
              <a:buFont typeface="Symbol" panose="05050102010706020507" pitchFamily="18" charset="2"/>
              <a:buChar char="-"/>
              <a:defRPr sz="1400"/>
            </a:lvl2pPr>
            <a:lvl3pPr>
              <a:lnSpc>
                <a:spcPct val="100000"/>
              </a:lnSpc>
              <a:spcBef>
                <a:spcPts val="600"/>
              </a:spcBef>
              <a:defRPr sz="1200"/>
            </a:lvl3pPr>
            <a:lvl4pPr marL="1600200" indent="-228600">
              <a:lnSpc>
                <a:spcPct val="100000"/>
              </a:lnSpc>
              <a:spcBef>
                <a:spcPts val="600"/>
              </a:spcBef>
              <a:buFont typeface="Symbol" panose="05050102010706020507" pitchFamily="18" charset="2"/>
              <a:buChar char="-"/>
              <a:defRPr sz="1100"/>
            </a:lvl4pPr>
            <a:lvl5pPr>
              <a:lnSpc>
                <a:spcPct val="100000"/>
              </a:lnSpc>
              <a:spcBef>
                <a:spcPts val="600"/>
              </a:spcBef>
              <a:defRPr sz="1100"/>
            </a:lvl5pPr>
            <a:lvl6pPr marL="2514600" indent="-228600">
              <a:lnSpc>
                <a:spcPct val="100000"/>
              </a:lnSpc>
              <a:spcBef>
                <a:spcPts val="600"/>
              </a:spcBef>
              <a:buFont typeface="Symbol" panose="05050102010706020507" pitchFamily="18" charset="2"/>
              <a:buChar char="-"/>
              <a:defRPr sz="1100"/>
            </a:lvl6pPr>
          </a:lstStyle>
          <a:p>
            <a:pPr lvl="0"/>
            <a:r>
              <a:rPr lang="en-US"/>
              <a:t>Click to 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</p:txBody>
      </p:sp>
      <p:sp>
        <p:nvSpPr>
          <p:cNvPr id="13" name="Content Placeholder 3">
            <a:extLst>
              <a:ext uri="{FF2B5EF4-FFF2-40B4-BE49-F238E27FC236}">
                <a16:creationId xmlns:a16="http://schemas.microsoft.com/office/drawing/2014/main" id="{E3E2E5F4-CE7B-6998-ED92-C3DF5BA028BE}"/>
              </a:ext>
            </a:extLst>
          </p:cNvPr>
          <p:cNvSpPr>
            <a:spLocks noGrp="1"/>
          </p:cNvSpPr>
          <p:nvPr>
            <p:ph sz="quarter" idx="27" hasCustomPrompt="1"/>
          </p:nvPr>
        </p:nvSpPr>
        <p:spPr>
          <a:xfrm>
            <a:off x="6096000" y="1189033"/>
            <a:ext cx="5486399" cy="4366941"/>
          </a:xfrm>
          <a:prstGeom prst="rect">
            <a:avLst/>
          </a:prstGeom>
          <a:noFill/>
        </p:spPr>
        <p:txBody>
          <a:bodyPr/>
          <a:lstStyle>
            <a:lvl1pPr marL="0" indent="0">
              <a:buNone/>
              <a:defRPr sz="20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text styles</a:t>
            </a:r>
          </a:p>
        </p:txBody>
      </p:sp>
    </p:spTree>
    <p:extLst>
      <p:ext uri="{BB962C8B-B14F-4D97-AF65-F5344CB8AC3E}">
        <p14:creationId xmlns:p14="http://schemas.microsoft.com/office/powerpoint/2010/main" val="3334306675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1420283"/>
            <a:ext cx="5181600" cy="98001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14400" y="2590800"/>
            <a:ext cx="4267200" cy="11684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0481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0963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91444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21926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52407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182889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13370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43852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1542" y="2937934"/>
            <a:ext cx="5181600" cy="908050"/>
          </a:xfrm>
        </p:spPr>
        <p:txBody>
          <a:bodyPr anchor="t"/>
          <a:lstStyle>
            <a:lvl1pPr algn="l">
              <a:defRPr sz="2667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81542" y="1937809"/>
            <a:ext cx="5181600" cy="1000125"/>
          </a:xfrm>
        </p:spPr>
        <p:txBody>
          <a:bodyPr anchor="b"/>
          <a:lstStyle>
            <a:lvl1pPr marL="0" indent="0">
              <a:buNone/>
              <a:defRPr sz="1333">
                <a:solidFill>
                  <a:schemeClr val="tx1">
                    <a:tint val="75000"/>
                  </a:schemeClr>
                </a:solidFill>
              </a:defRPr>
            </a:lvl1pPr>
            <a:lvl2pPr marL="304815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2pPr>
            <a:lvl3pPr marL="609630" indent="0">
              <a:buNone/>
              <a:defRPr sz="1067">
                <a:solidFill>
                  <a:schemeClr val="tx1">
                    <a:tint val="75000"/>
                  </a:schemeClr>
                </a:solidFill>
              </a:defRPr>
            </a:lvl3pPr>
            <a:lvl4pPr marL="914446" indent="0">
              <a:buNone/>
              <a:defRPr sz="933">
                <a:solidFill>
                  <a:schemeClr val="tx1">
                    <a:tint val="75000"/>
                  </a:schemeClr>
                </a:solidFill>
              </a:defRPr>
            </a:lvl4pPr>
            <a:lvl5pPr marL="1219261" indent="0">
              <a:buNone/>
              <a:defRPr sz="933">
                <a:solidFill>
                  <a:schemeClr val="tx1">
                    <a:tint val="75000"/>
                  </a:schemeClr>
                </a:solidFill>
              </a:defRPr>
            </a:lvl5pPr>
            <a:lvl6pPr marL="1524076" indent="0">
              <a:buNone/>
              <a:defRPr sz="933">
                <a:solidFill>
                  <a:schemeClr val="tx1">
                    <a:tint val="75000"/>
                  </a:schemeClr>
                </a:solidFill>
              </a:defRPr>
            </a:lvl6pPr>
            <a:lvl7pPr marL="1828891" indent="0">
              <a:buNone/>
              <a:defRPr sz="933">
                <a:solidFill>
                  <a:schemeClr val="tx1">
                    <a:tint val="75000"/>
                  </a:schemeClr>
                </a:solidFill>
              </a:defRPr>
            </a:lvl7pPr>
            <a:lvl8pPr marL="2133707" indent="0">
              <a:buNone/>
              <a:defRPr sz="933">
                <a:solidFill>
                  <a:schemeClr val="tx1">
                    <a:tint val="75000"/>
                  </a:schemeClr>
                </a:solidFill>
              </a:defRPr>
            </a:lvl8pPr>
            <a:lvl9pPr marL="2438522" indent="0">
              <a:buNone/>
              <a:defRPr sz="93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04800" y="1066800"/>
            <a:ext cx="2692400" cy="3017309"/>
          </a:xfrm>
        </p:spPr>
        <p:txBody>
          <a:bodyPr/>
          <a:lstStyle>
            <a:lvl1pPr>
              <a:defRPr sz="1867"/>
            </a:lvl1pPr>
            <a:lvl2pPr>
              <a:defRPr sz="1600"/>
            </a:lvl2pPr>
            <a:lvl3pPr>
              <a:defRPr sz="1333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098800" y="1066800"/>
            <a:ext cx="2692400" cy="3017309"/>
          </a:xfrm>
        </p:spPr>
        <p:txBody>
          <a:bodyPr/>
          <a:lstStyle>
            <a:lvl1pPr>
              <a:defRPr sz="1867"/>
            </a:lvl1pPr>
            <a:lvl2pPr>
              <a:defRPr sz="1600"/>
            </a:lvl2pPr>
            <a:lvl3pPr>
              <a:defRPr sz="1333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4800" y="1023409"/>
            <a:ext cx="2693459" cy="426508"/>
          </a:xfrm>
        </p:spPr>
        <p:txBody>
          <a:bodyPr anchor="b"/>
          <a:lstStyle>
            <a:lvl1pPr marL="0" indent="0">
              <a:buNone/>
              <a:defRPr sz="1600" b="1"/>
            </a:lvl1pPr>
            <a:lvl2pPr marL="304815" indent="0">
              <a:buNone/>
              <a:defRPr sz="1333" b="1"/>
            </a:lvl2pPr>
            <a:lvl3pPr marL="609630" indent="0">
              <a:buNone/>
              <a:defRPr sz="1200" b="1"/>
            </a:lvl3pPr>
            <a:lvl4pPr marL="914446" indent="0">
              <a:buNone/>
              <a:defRPr sz="1067" b="1"/>
            </a:lvl4pPr>
            <a:lvl5pPr marL="1219261" indent="0">
              <a:buNone/>
              <a:defRPr sz="1067" b="1"/>
            </a:lvl5pPr>
            <a:lvl6pPr marL="1524076" indent="0">
              <a:buNone/>
              <a:defRPr sz="1067" b="1"/>
            </a:lvl6pPr>
            <a:lvl7pPr marL="1828891" indent="0">
              <a:buNone/>
              <a:defRPr sz="1067" b="1"/>
            </a:lvl7pPr>
            <a:lvl8pPr marL="2133707" indent="0">
              <a:buNone/>
              <a:defRPr sz="1067" b="1"/>
            </a:lvl8pPr>
            <a:lvl9pPr marL="2438522" indent="0">
              <a:buNone/>
              <a:defRPr sz="1067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04800" y="1449917"/>
            <a:ext cx="2693459" cy="2634192"/>
          </a:xfrm>
        </p:spPr>
        <p:txBody>
          <a:bodyPr/>
          <a:lstStyle>
            <a:lvl1pPr>
              <a:defRPr sz="1600"/>
            </a:lvl1pPr>
            <a:lvl2pPr>
              <a:defRPr sz="1333"/>
            </a:lvl2pPr>
            <a:lvl3pPr>
              <a:defRPr sz="1200"/>
            </a:lvl3pPr>
            <a:lvl4pPr>
              <a:defRPr sz="1067"/>
            </a:lvl4pPr>
            <a:lvl5pPr>
              <a:defRPr sz="1067"/>
            </a:lvl5pPr>
            <a:lvl6pPr>
              <a:defRPr sz="1067"/>
            </a:lvl6pPr>
            <a:lvl7pPr>
              <a:defRPr sz="1067"/>
            </a:lvl7pPr>
            <a:lvl8pPr>
              <a:defRPr sz="1067"/>
            </a:lvl8pPr>
            <a:lvl9pPr>
              <a:defRPr sz="1067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096684" y="1023409"/>
            <a:ext cx="2694517" cy="426508"/>
          </a:xfrm>
        </p:spPr>
        <p:txBody>
          <a:bodyPr anchor="b"/>
          <a:lstStyle>
            <a:lvl1pPr marL="0" indent="0">
              <a:buNone/>
              <a:defRPr sz="1600" b="1"/>
            </a:lvl1pPr>
            <a:lvl2pPr marL="304815" indent="0">
              <a:buNone/>
              <a:defRPr sz="1333" b="1"/>
            </a:lvl2pPr>
            <a:lvl3pPr marL="609630" indent="0">
              <a:buNone/>
              <a:defRPr sz="1200" b="1"/>
            </a:lvl3pPr>
            <a:lvl4pPr marL="914446" indent="0">
              <a:buNone/>
              <a:defRPr sz="1067" b="1"/>
            </a:lvl4pPr>
            <a:lvl5pPr marL="1219261" indent="0">
              <a:buNone/>
              <a:defRPr sz="1067" b="1"/>
            </a:lvl5pPr>
            <a:lvl6pPr marL="1524076" indent="0">
              <a:buNone/>
              <a:defRPr sz="1067" b="1"/>
            </a:lvl6pPr>
            <a:lvl7pPr marL="1828891" indent="0">
              <a:buNone/>
              <a:defRPr sz="1067" b="1"/>
            </a:lvl7pPr>
            <a:lvl8pPr marL="2133707" indent="0">
              <a:buNone/>
              <a:defRPr sz="1067" b="1"/>
            </a:lvl8pPr>
            <a:lvl9pPr marL="2438522" indent="0">
              <a:buNone/>
              <a:defRPr sz="1067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096684" y="1449917"/>
            <a:ext cx="2694517" cy="2634192"/>
          </a:xfrm>
        </p:spPr>
        <p:txBody>
          <a:bodyPr/>
          <a:lstStyle>
            <a:lvl1pPr>
              <a:defRPr sz="1600"/>
            </a:lvl1pPr>
            <a:lvl2pPr>
              <a:defRPr sz="1333"/>
            </a:lvl2pPr>
            <a:lvl3pPr>
              <a:defRPr sz="1200"/>
            </a:lvl3pPr>
            <a:lvl4pPr>
              <a:defRPr sz="1067"/>
            </a:lvl4pPr>
            <a:lvl5pPr>
              <a:defRPr sz="1067"/>
            </a:lvl5pPr>
            <a:lvl6pPr>
              <a:defRPr sz="1067"/>
            </a:lvl6pPr>
            <a:lvl7pPr>
              <a:defRPr sz="1067"/>
            </a:lvl7pPr>
            <a:lvl8pPr>
              <a:defRPr sz="1067"/>
            </a:lvl8pPr>
            <a:lvl9pPr>
              <a:defRPr sz="1067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5" name="Group 2">
            <a:extLst>
              <a:ext uri="{FF2B5EF4-FFF2-40B4-BE49-F238E27FC236}">
                <a16:creationId xmlns:a16="http://schemas.microsoft.com/office/drawing/2014/main" id="{654CD177-30C8-0A72-043D-1BE17DD49E90}"/>
              </a:ext>
            </a:extLst>
          </p:cNvPr>
          <p:cNvGrpSpPr/>
          <p:nvPr userDrawn="1"/>
        </p:nvGrpSpPr>
        <p:grpSpPr>
          <a:xfrm>
            <a:off x="6096000" y="0"/>
            <a:ext cx="6096000" cy="6863912"/>
            <a:chOff x="0" y="0"/>
            <a:chExt cx="2408296" cy="2711669"/>
          </a:xfrm>
          <a:solidFill>
            <a:schemeClr val="accent1">
              <a:lumMod val="20000"/>
              <a:lumOff val="80000"/>
            </a:schemeClr>
          </a:solidFill>
        </p:grpSpPr>
        <p:sp>
          <p:nvSpPr>
            <p:cNvPr id="6" name="Freeform 3">
              <a:extLst>
                <a:ext uri="{FF2B5EF4-FFF2-40B4-BE49-F238E27FC236}">
                  <a16:creationId xmlns:a16="http://schemas.microsoft.com/office/drawing/2014/main" id="{C945D55B-F0F6-81D3-0D20-5C3AC5C801EB}"/>
                </a:ext>
              </a:extLst>
            </p:cNvPr>
            <p:cNvSpPr/>
            <p:nvPr/>
          </p:nvSpPr>
          <p:spPr>
            <a:xfrm>
              <a:off x="0" y="0"/>
              <a:ext cx="2408296" cy="2711669"/>
            </a:xfrm>
            <a:custGeom>
              <a:avLst/>
              <a:gdLst/>
              <a:ahLst/>
              <a:cxnLst/>
              <a:rect l="l" t="t" r="r" b="b"/>
              <a:pathLst>
                <a:path w="2408296" h="2711669">
                  <a:moveTo>
                    <a:pt x="0" y="0"/>
                  </a:moveTo>
                  <a:lnTo>
                    <a:pt x="2408296" y="0"/>
                  </a:lnTo>
                  <a:lnTo>
                    <a:pt x="2408296" y="2711669"/>
                  </a:lnTo>
                  <a:lnTo>
                    <a:pt x="0" y="2711669"/>
                  </a:lnTo>
                  <a:close/>
                </a:path>
              </a:pathLst>
            </a:custGeom>
            <a:grpFill/>
          </p:spPr>
          <p:txBody>
            <a:bodyPr/>
            <a:lstStyle/>
            <a:p>
              <a:endParaRPr lang="en-AE" sz="1200"/>
            </a:p>
          </p:txBody>
        </p:sp>
        <p:sp>
          <p:nvSpPr>
            <p:cNvPr id="7" name="TextBox 4">
              <a:extLst>
                <a:ext uri="{FF2B5EF4-FFF2-40B4-BE49-F238E27FC236}">
                  <a16:creationId xmlns:a16="http://schemas.microsoft.com/office/drawing/2014/main" id="{C23E4955-BB26-655B-9EF0-E525B572189B}"/>
                </a:ext>
              </a:extLst>
            </p:cNvPr>
            <p:cNvSpPr txBox="1"/>
            <p:nvPr/>
          </p:nvSpPr>
          <p:spPr>
            <a:xfrm>
              <a:off x="0" y="-38100"/>
              <a:ext cx="2408296" cy="2749769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400"/>
                </a:lnSpc>
              </a:pPr>
              <a:endParaRPr sz="1200"/>
            </a:p>
          </p:txBody>
        </p:sp>
      </p:grp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182033"/>
            <a:ext cx="2005542" cy="774700"/>
          </a:xfrm>
        </p:spPr>
        <p:txBody>
          <a:bodyPr anchor="b"/>
          <a:lstStyle>
            <a:lvl1pPr algn="l">
              <a:defRPr sz="1333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383367" y="182034"/>
            <a:ext cx="3407833" cy="3902075"/>
          </a:xfrm>
        </p:spPr>
        <p:txBody>
          <a:bodyPr/>
          <a:lstStyle>
            <a:lvl1pPr>
              <a:defRPr sz="2133"/>
            </a:lvl1pPr>
            <a:lvl2pPr>
              <a:defRPr sz="1867"/>
            </a:lvl2pPr>
            <a:lvl3pPr>
              <a:defRPr sz="1600"/>
            </a:lvl3pPr>
            <a:lvl4pPr>
              <a:defRPr sz="1333"/>
            </a:lvl4pPr>
            <a:lvl5pPr>
              <a:defRPr sz="1333"/>
            </a:lvl5pPr>
            <a:lvl6pPr>
              <a:defRPr sz="1333"/>
            </a:lvl6pPr>
            <a:lvl7pPr>
              <a:defRPr sz="1333"/>
            </a:lvl7pPr>
            <a:lvl8pPr>
              <a:defRPr sz="1333"/>
            </a:lvl8pPr>
            <a:lvl9pPr>
              <a:defRPr sz="133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4800" y="956734"/>
            <a:ext cx="2005542" cy="3127375"/>
          </a:xfrm>
        </p:spPr>
        <p:txBody>
          <a:bodyPr/>
          <a:lstStyle>
            <a:lvl1pPr marL="0" indent="0">
              <a:buNone/>
              <a:defRPr sz="933"/>
            </a:lvl1pPr>
            <a:lvl2pPr marL="304815" indent="0">
              <a:buNone/>
              <a:defRPr sz="800"/>
            </a:lvl2pPr>
            <a:lvl3pPr marL="609630" indent="0">
              <a:buNone/>
              <a:defRPr sz="667"/>
            </a:lvl3pPr>
            <a:lvl4pPr marL="914446" indent="0">
              <a:buNone/>
              <a:defRPr sz="600"/>
            </a:lvl4pPr>
            <a:lvl5pPr marL="1219261" indent="0">
              <a:buNone/>
              <a:defRPr sz="600"/>
            </a:lvl5pPr>
            <a:lvl6pPr marL="1524076" indent="0">
              <a:buNone/>
              <a:defRPr sz="600"/>
            </a:lvl6pPr>
            <a:lvl7pPr marL="1828891" indent="0">
              <a:buNone/>
              <a:defRPr sz="600"/>
            </a:lvl7pPr>
            <a:lvl8pPr marL="2133707" indent="0">
              <a:buNone/>
              <a:defRPr sz="600"/>
            </a:lvl8pPr>
            <a:lvl9pPr marL="2438522" indent="0">
              <a:buNone/>
              <a:defRPr sz="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94859" y="3200400"/>
            <a:ext cx="3657600" cy="377825"/>
          </a:xfrm>
        </p:spPr>
        <p:txBody>
          <a:bodyPr anchor="b"/>
          <a:lstStyle>
            <a:lvl1pPr algn="l">
              <a:defRPr sz="1333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194859" y="408517"/>
            <a:ext cx="3657600" cy="2743200"/>
          </a:xfrm>
        </p:spPr>
        <p:txBody>
          <a:bodyPr/>
          <a:lstStyle>
            <a:lvl1pPr marL="0" indent="0">
              <a:buNone/>
              <a:defRPr sz="2133"/>
            </a:lvl1pPr>
            <a:lvl2pPr marL="304815" indent="0">
              <a:buNone/>
              <a:defRPr sz="1867"/>
            </a:lvl2pPr>
            <a:lvl3pPr marL="609630" indent="0">
              <a:buNone/>
              <a:defRPr sz="1600"/>
            </a:lvl3pPr>
            <a:lvl4pPr marL="914446" indent="0">
              <a:buNone/>
              <a:defRPr sz="1333"/>
            </a:lvl4pPr>
            <a:lvl5pPr marL="1219261" indent="0">
              <a:buNone/>
              <a:defRPr sz="1333"/>
            </a:lvl5pPr>
            <a:lvl6pPr marL="1524076" indent="0">
              <a:buNone/>
              <a:defRPr sz="1333"/>
            </a:lvl6pPr>
            <a:lvl7pPr marL="1828891" indent="0">
              <a:buNone/>
              <a:defRPr sz="1333"/>
            </a:lvl7pPr>
            <a:lvl8pPr marL="2133707" indent="0">
              <a:buNone/>
              <a:defRPr sz="1333"/>
            </a:lvl8pPr>
            <a:lvl9pPr marL="2438522" indent="0">
              <a:buNone/>
              <a:defRPr sz="1333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94859" y="3578225"/>
            <a:ext cx="3657600" cy="536575"/>
          </a:xfrm>
        </p:spPr>
        <p:txBody>
          <a:bodyPr/>
          <a:lstStyle>
            <a:lvl1pPr marL="0" indent="0">
              <a:buNone/>
              <a:defRPr sz="933"/>
            </a:lvl1pPr>
            <a:lvl2pPr marL="304815" indent="0">
              <a:buNone/>
              <a:defRPr sz="800"/>
            </a:lvl2pPr>
            <a:lvl3pPr marL="609630" indent="0">
              <a:buNone/>
              <a:defRPr sz="667"/>
            </a:lvl3pPr>
            <a:lvl4pPr marL="914446" indent="0">
              <a:buNone/>
              <a:defRPr sz="600"/>
            </a:lvl4pPr>
            <a:lvl5pPr marL="1219261" indent="0">
              <a:buNone/>
              <a:defRPr sz="600"/>
            </a:lvl5pPr>
            <a:lvl6pPr marL="1524076" indent="0">
              <a:buNone/>
              <a:defRPr sz="600"/>
            </a:lvl6pPr>
            <a:lvl7pPr marL="1828891" indent="0">
              <a:buNone/>
              <a:defRPr sz="600"/>
            </a:lvl7pPr>
            <a:lvl8pPr marL="2133707" indent="0">
              <a:buNone/>
              <a:defRPr sz="600"/>
            </a:lvl8pPr>
            <a:lvl9pPr marL="2438522" indent="0">
              <a:buNone/>
              <a:defRPr sz="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419600" y="183092"/>
            <a:ext cx="1371600" cy="3901017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04800" y="183092"/>
            <a:ext cx="4013200" cy="39010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4.xml"/><Relationship Id="rId3" Type="http://schemas.openxmlformats.org/officeDocument/2006/relationships/slideLayout" Target="../slideLayouts/slideLayout49.xml"/><Relationship Id="rId7" Type="http://schemas.openxmlformats.org/officeDocument/2006/relationships/slideLayout" Target="../slideLayouts/slideLayout53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48.xml"/><Relationship Id="rId1" Type="http://schemas.openxmlformats.org/officeDocument/2006/relationships/slideLayout" Target="../slideLayouts/slideLayout47.xml"/><Relationship Id="rId6" Type="http://schemas.openxmlformats.org/officeDocument/2006/relationships/slideLayout" Target="../slideLayouts/slideLayout52.xml"/><Relationship Id="rId11" Type="http://schemas.openxmlformats.org/officeDocument/2006/relationships/slideLayout" Target="../slideLayouts/slideLayout57.xml"/><Relationship Id="rId5" Type="http://schemas.openxmlformats.org/officeDocument/2006/relationships/slideLayout" Target="../slideLayouts/slideLayout51.xml"/><Relationship Id="rId10" Type="http://schemas.openxmlformats.org/officeDocument/2006/relationships/slideLayout" Target="../slideLayouts/slideLayout56.xml"/><Relationship Id="rId4" Type="http://schemas.openxmlformats.org/officeDocument/2006/relationships/slideLayout" Target="../slideLayouts/slideLayout50.xml"/><Relationship Id="rId9" Type="http://schemas.openxmlformats.org/officeDocument/2006/relationships/slideLayout" Target="../slideLayouts/slideLayout5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07376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4434746A-E7F8-6B35-4074-B99A1387F08A}"/>
              </a:ext>
            </a:extLst>
          </p:cNvPr>
          <p:cNvSpPr txBox="1"/>
          <p:nvPr userDrawn="1"/>
        </p:nvSpPr>
        <p:spPr>
          <a:xfrm>
            <a:off x="71253" y="6547104"/>
            <a:ext cx="39980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E5264778-C0F2-4A1D-870D-8751F1230773}" type="slidenum">
              <a:rPr lang="en-US" sz="800" smtClean="0">
                <a:solidFill>
                  <a:srgbClr val="003478"/>
                </a:solidFill>
              </a:rPr>
              <a:pPr algn="ctr"/>
              <a:t>‹#›</a:t>
            </a:fld>
            <a:endParaRPr lang="en-US" sz="800">
              <a:solidFill>
                <a:srgbClr val="003478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424796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7" r:id="rId1"/>
    <p:sldLayoutId id="2147483688" r:id="rId2"/>
    <p:sldLayoutId id="2147483678" r:id="rId3"/>
    <p:sldLayoutId id="2147483686" r:id="rId4"/>
    <p:sldLayoutId id="2147483737" r:id="rId5"/>
    <p:sldLayoutId id="2147483682" r:id="rId6"/>
    <p:sldLayoutId id="2147483691" r:id="rId7"/>
    <p:sldLayoutId id="2147483680" r:id="rId8"/>
    <p:sldLayoutId id="2147483683" r:id="rId9"/>
    <p:sldLayoutId id="2147483681" r:id="rId10"/>
    <p:sldLayoutId id="2147483736" r:id="rId11"/>
    <p:sldLayoutId id="2147483690" r:id="rId12"/>
    <p:sldLayoutId id="2147483684" r:id="rId13"/>
    <p:sldLayoutId id="2147483685" r:id="rId14"/>
    <p:sldLayoutId id="2147483692" r:id="rId15"/>
    <p:sldLayoutId id="2147483735" r:id="rId16"/>
    <p:sldLayoutId id="2147483738" r:id="rId17"/>
    <p:sldLayoutId id="2147483739" r:id="rId18"/>
    <p:sldLayoutId id="2147483740" r:id="rId19"/>
    <p:sldLayoutId id="2147483689" r:id="rId20"/>
    <p:sldLayoutId id="2147483693" r:id="rId21"/>
    <p:sldLayoutId id="2147483694" r:id="rId22"/>
    <p:sldLayoutId id="2147483742" r:id="rId23"/>
    <p:sldLayoutId id="2147483744" r:id="rId24"/>
    <p:sldLayoutId id="2147483745" r:id="rId25"/>
    <p:sldLayoutId id="2147483731" r:id="rId26"/>
    <p:sldLayoutId id="2147483732" r:id="rId27"/>
    <p:sldLayoutId id="2147483720" r:id="rId28"/>
    <p:sldLayoutId id="2147483722" r:id="rId29"/>
    <p:sldLayoutId id="2147483723" r:id="rId30"/>
    <p:sldLayoutId id="2147483724" r:id="rId31"/>
    <p:sldLayoutId id="2147483726" r:id="rId32"/>
    <p:sldLayoutId id="2147483727" r:id="rId33"/>
    <p:sldLayoutId id="2147483760" r:id="rId34"/>
    <p:sldLayoutId id="2147483773" r:id="rId35"/>
    <p:sldLayoutId id="2147483774" r:id="rId36"/>
    <p:sldLayoutId id="2147483775" r:id="rId37"/>
    <p:sldLayoutId id="2147483776" r:id="rId38"/>
    <p:sldLayoutId id="2147483777" r:id="rId39"/>
    <p:sldLayoutId id="2147483790" r:id="rId40"/>
    <p:sldLayoutId id="2147483791" r:id="rId41"/>
    <p:sldLayoutId id="2147483792" r:id="rId42"/>
    <p:sldLayoutId id="2147483793" r:id="rId43"/>
    <p:sldLayoutId id="2147483794" r:id="rId44"/>
    <p:sldLayoutId id="2147483795" r:id="rId45"/>
    <p:sldLayoutId id="2147483796" r:id="rId46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3840" userDrawn="1">
          <p15:clr>
            <a:srgbClr val="F26B43"/>
          </p15:clr>
        </p15:guide>
        <p15:guide id="2" pos="384" userDrawn="1">
          <p15:clr>
            <a:srgbClr val="F26B43"/>
          </p15:clr>
        </p15:guide>
        <p15:guide id="3" pos="7296" userDrawn="1">
          <p15:clr>
            <a:srgbClr val="F26B43"/>
          </p15:clr>
        </p15:guide>
        <p15:guide id="4" orient="horz" pos="360" userDrawn="1">
          <p15:clr>
            <a:srgbClr val="F26B43"/>
          </p15:clr>
        </p15:guide>
        <p15:guide id="5" orient="horz" pos="2160" userDrawn="1">
          <p15:clr>
            <a:srgbClr val="F26B43"/>
          </p15:clr>
        </p15:guide>
        <p15:guide id="6" orient="horz" pos="3912" userDrawn="1">
          <p15:clr>
            <a:srgbClr val="F26B43"/>
          </p15:clr>
        </p15:guide>
        <p15:guide id="7" orient="horz" pos="4152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04800" y="183092"/>
            <a:ext cx="5486400" cy="762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4800" y="1066800"/>
            <a:ext cx="5486400" cy="301730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04800" y="4237567"/>
            <a:ext cx="1422400" cy="2434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082800" y="4237567"/>
            <a:ext cx="1930400" cy="2434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368800" y="4237567"/>
            <a:ext cx="1422400" cy="2434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gif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5.xml"/><Relationship Id="rId6" Type="http://schemas.openxmlformats.org/officeDocument/2006/relationships/image" Target="../media/image12.png"/><Relationship Id="rId11" Type="http://schemas.openxmlformats.org/officeDocument/2006/relationships/image" Target="../media/image17.jpeg"/><Relationship Id="rId5" Type="http://schemas.openxmlformats.org/officeDocument/2006/relationships/image" Target="../media/image11.png"/><Relationship Id="rId10" Type="http://schemas.openxmlformats.org/officeDocument/2006/relationships/image" Target="../media/image16.jpeg"/><Relationship Id="rId4" Type="http://schemas.openxmlformats.org/officeDocument/2006/relationships/image" Target="../media/image10.png"/><Relationship Id="rId9" Type="http://schemas.openxmlformats.org/officeDocument/2006/relationships/image" Target="../media/image15.jpe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gif"/><Relationship Id="rId13" Type="http://schemas.openxmlformats.org/officeDocument/2006/relationships/image" Target="../media/image19.jpe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12" Type="http://schemas.openxmlformats.org/officeDocument/2006/relationships/image" Target="../media/image18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1.xml"/><Relationship Id="rId6" Type="http://schemas.openxmlformats.org/officeDocument/2006/relationships/image" Target="../media/image12.png"/><Relationship Id="rId11" Type="http://schemas.openxmlformats.org/officeDocument/2006/relationships/image" Target="../media/image17.jpeg"/><Relationship Id="rId5" Type="http://schemas.openxmlformats.org/officeDocument/2006/relationships/image" Target="../media/image11.png"/><Relationship Id="rId10" Type="http://schemas.openxmlformats.org/officeDocument/2006/relationships/image" Target="../media/image16.jpeg"/><Relationship Id="rId4" Type="http://schemas.openxmlformats.org/officeDocument/2006/relationships/image" Target="../media/image10.png"/><Relationship Id="rId9" Type="http://schemas.openxmlformats.org/officeDocument/2006/relationships/image" Target="../media/image15.jpeg"/></Relationships>
</file>

<file path=ppt/slides/_rels/slide5.xml.rels><?xml version="1.0" encoding="UTF-8" standalone="yes"?>
<Relationships xmlns="http://schemas.openxmlformats.org/package/2006/relationships"><Relationship Id="rId13" Type="http://schemas.openxmlformats.org/officeDocument/2006/relationships/image" Target="../media/image27.png"/><Relationship Id="rId18" Type="http://schemas.openxmlformats.org/officeDocument/2006/relationships/image" Target="../media/image32.jpeg"/><Relationship Id="rId26" Type="http://schemas.openxmlformats.org/officeDocument/2006/relationships/image" Target="../media/image39.png"/><Relationship Id="rId3" Type="http://schemas.openxmlformats.org/officeDocument/2006/relationships/image" Target="../media/image11.png"/><Relationship Id="rId21" Type="http://schemas.openxmlformats.org/officeDocument/2006/relationships/image" Target="../media/image10.png"/><Relationship Id="rId34" Type="http://schemas.openxmlformats.org/officeDocument/2006/relationships/image" Target="../media/image47.jpeg"/><Relationship Id="rId7" Type="http://schemas.openxmlformats.org/officeDocument/2006/relationships/image" Target="../media/image21.jpeg"/><Relationship Id="rId12" Type="http://schemas.openxmlformats.org/officeDocument/2006/relationships/image" Target="../media/image26.jpeg"/><Relationship Id="rId17" Type="http://schemas.openxmlformats.org/officeDocument/2006/relationships/image" Target="../media/image31.png"/><Relationship Id="rId25" Type="http://schemas.openxmlformats.org/officeDocument/2006/relationships/image" Target="../media/image38.jpeg"/><Relationship Id="rId33" Type="http://schemas.openxmlformats.org/officeDocument/2006/relationships/image" Target="../media/image46.png"/><Relationship Id="rId2" Type="http://schemas.openxmlformats.org/officeDocument/2006/relationships/image" Target="../media/image9.png"/><Relationship Id="rId16" Type="http://schemas.openxmlformats.org/officeDocument/2006/relationships/image" Target="../media/image30.png"/><Relationship Id="rId20" Type="http://schemas.openxmlformats.org/officeDocument/2006/relationships/image" Target="../media/image34.png"/><Relationship Id="rId29" Type="http://schemas.openxmlformats.org/officeDocument/2006/relationships/image" Target="../media/image42.png"/><Relationship Id="rId1" Type="http://schemas.openxmlformats.org/officeDocument/2006/relationships/slideLayout" Target="../slideLayouts/slideLayout21.xml"/><Relationship Id="rId6" Type="http://schemas.openxmlformats.org/officeDocument/2006/relationships/image" Target="../media/image20.png"/><Relationship Id="rId11" Type="http://schemas.openxmlformats.org/officeDocument/2006/relationships/image" Target="../media/image25.jpeg"/><Relationship Id="rId24" Type="http://schemas.openxmlformats.org/officeDocument/2006/relationships/image" Target="../media/image37.png"/><Relationship Id="rId32" Type="http://schemas.openxmlformats.org/officeDocument/2006/relationships/image" Target="../media/image45.png"/><Relationship Id="rId5" Type="http://schemas.openxmlformats.org/officeDocument/2006/relationships/image" Target="../media/image19.jpeg"/><Relationship Id="rId15" Type="http://schemas.openxmlformats.org/officeDocument/2006/relationships/image" Target="../media/image29.png"/><Relationship Id="rId23" Type="http://schemas.openxmlformats.org/officeDocument/2006/relationships/image" Target="../media/image36.jpeg"/><Relationship Id="rId28" Type="http://schemas.openxmlformats.org/officeDocument/2006/relationships/image" Target="../media/image41.png"/><Relationship Id="rId36" Type="http://schemas.openxmlformats.org/officeDocument/2006/relationships/image" Target="../media/image49.png"/><Relationship Id="rId10" Type="http://schemas.openxmlformats.org/officeDocument/2006/relationships/image" Target="../media/image24.png"/><Relationship Id="rId19" Type="http://schemas.openxmlformats.org/officeDocument/2006/relationships/image" Target="../media/image33.png"/><Relationship Id="rId31" Type="http://schemas.openxmlformats.org/officeDocument/2006/relationships/image" Target="../media/image44.png"/><Relationship Id="rId4" Type="http://schemas.openxmlformats.org/officeDocument/2006/relationships/image" Target="../media/image18.png"/><Relationship Id="rId9" Type="http://schemas.openxmlformats.org/officeDocument/2006/relationships/image" Target="../media/image23.jpeg"/><Relationship Id="rId14" Type="http://schemas.openxmlformats.org/officeDocument/2006/relationships/image" Target="../media/image28.png"/><Relationship Id="rId22" Type="http://schemas.openxmlformats.org/officeDocument/2006/relationships/image" Target="../media/image35.png"/><Relationship Id="rId27" Type="http://schemas.openxmlformats.org/officeDocument/2006/relationships/image" Target="../media/image40.jpeg"/><Relationship Id="rId30" Type="http://schemas.openxmlformats.org/officeDocument/2006/relationships/image" Target="../media/image43.png"/><Relationship Id="rId35" Type="http://schemas.openxmlformats.org/officeDocument/2006/relationships/image" Target="../media/image48.gif"/><Relationship Id="rId8" Type="http://schemas.openxmlformats.org/officeDocument/2006/relationships/image" Target="../media/image22.jpe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svg"/><Relationship Id="rId1" Type="http://schemas.openxmlformats.org/officeDocument/2006/relationships/slideLayout" Target="../slideLayouts/slideLayout2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svg"/><Relationship Id="rId2" Type="http://schemas.openxmlformats.org/officeDocument/2006/relationships/image" Target="../media/image51.svg"/><Relationship Id="rId1" Type="http://schemas.openxmlformats.org/officeDocument/2006/relationships/slideLayout" Target="../slideLayouts/slideLayout2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svg"/><Relationship Id="rId1" Type="http://schemas.openxmlformats.org/officeDocument/2006/relationships/slideLayout" Target="../slideLayouts/slideLayout2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svg"/><Relationship Id="rId1" Type="http://schemas.openxmlformats.org/officeDocument/2006/relationships/slideLayout" Target="../slideLayouts/slideLayout2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svg"/><Relationship Id="rId1" Type="http://schemas.openxmlformats.org/officeDocument/2006/relationships/slideLayout" Target="../slideLayouts/slideLayout2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svg"/><Relationship Id="rId1" Type="http://schemas.openxmlformats.org/officeDocument/2006/relationships/slideLayout" Target="../slideLayouts/slideLayout2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svg"/><Relationship Id="rId1" Type="http://schemas.openxmlformats.org/officeDocument/2006/relationships/slideLayout" Target="../slideLayouts/slideLayout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EBF4605-CC32-EAAE-AC3D-8E598282F7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4">
            <a:extLst>
              <a:ext uri="{FF2B5EF4-FFF2-40B4-BE49-F238E27FC236}">
                <a16:creationId xmlns:a16="http://schemas.microsoft.com/office/drawing/2014/main" id="{9B8FC933-E918-3437-BB07-A072CD97BAB8}"/>
              </a:ext>
            </a:extLst>
          </p:cNvPr>
          <p:cNvSpPr txBox="1"/>
          <p:nvPr/>
        </p:nvSpPr>
        <p:spPr>
          <a:xfrm>
            <a:off x="1008356" y="1668156"/>
            <a:ext cx="10175288" cy="221599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spcBef>
                <a:spcPct val="0"/>
              </a:spcBef>
            </a:pPr>
            <a:r>
              <a:rPr lang="en-US" sz="7200" b="1" spc="807" dirty="0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Poppins Bold"/>
                <a:ea typeface="Poppins Bold"/>
                <a:cs typeface="Poppins Bold"/>
                <a:sym typeface="Poppins Bold"/>
              </a:rPr>
              <a:t>Progress Presentation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70BD280D-34EA-A0CA-0CCB-3173384985D9}"/>
              </a:ext>
            </a:extLst>
          </p:cNvPr>
          <p:cNvSpPr/>
          <p:nvPr/>
        </p:nvSpPr>
        <p:spPr>
          <a:xfrm>
            <a:off x="3944456" y="3935895"/>
            <a:ext cx="4303088" cy="760991"/>
          </a:xfrm>
          <a:prstGeom prst="roundRect">
            <a:avLst/>
          </a:prstGeom>
          <a:solidFill>
            <a:srgbClr val="999EA2">
              <a:alpha val="49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4">
            <a:extLst>
              <a:ext uri="{FF2B5EF4-FFF2-40B4-BE49-F238E27FC236}">
                <a16:creationId xmlns:a16="http://schemas.microsoft.com/office/drawing/2014/main" id="{2F0C599C-D3B9-1013-5C39-D2EF0FE0A2D6}"/>
              </a:ext>
            </a:extLst>
          </p:cNvPr>
          <p:cNvSpPr txBox="1"/>
          <p:nvPr/>
        </p:nvSpPr>
        <p:spPr>
          <a:xfrm>
            <a:off x="4054280" y="4039391"/>
            <a:ext cx="4115503" cy="55399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spcBef>
                <a:spcPct val="0"/>
              </a:spcBef>
            </a:pPr>
            <a:r>
              <a:rPr lang="en-US" b="1" spc="807" dirty="0">
                <a:solidFill>
                  <a:schemeClr val="bg1"/>
                </a:solidFill>
                <a:latin typeface="Poppins Bold"/>
                <a:ea typeface="Poppins Bold"/>
                <a:cs typeface="Poppins Bold"/>
                <a:sym typeface="Poppins Bold"/>
              </a:rPr>
              <a:t>Summer Cohort</a:t>
            </a:r>
            <a:endParaRPr lang="en-US" dirty="0">
              <a:solidFill>
                <a:schemeClr val="bg1"/>
              </a:solidFill>
            </a:endParaRPr>
          </a:p>
          <a:p>
            <a:pPr algn="ctr">
              <a:spcBef>
                <a:spcPct val="0"/>
              </a:spcBef>
            </a:pPr>
            <a:r>
              <a:rPr lang="en-US" b="1" spc="807" dirty="0">
                <a:solidFill>
                  <a:schemeClr val="bg1"/>
                </a:solidFill>
                <a:latin typeface="Poppins Bold"/>
                <a:ea typeface="Poppins Bold"/>
                <a:cs typeface="Poppins Bold"/>
                <a:sym typeface="Poppins Bold"/>
              </a:rPr>
              <a:t>August 2026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D5A94C0-8FAB-30D0-9135-C49FCB0270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7466373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9E9D0C-759C-4559-BEEE-E5005020EE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>
            <a:extLst>
              <a:ext uri="{FF2B5EF4-FFF2-40B4-BE49-F238E27FC236}">
                <a16:creationId xmlns:a16="http://schemas.microsoft.com/office/drawing/2014/main" id="{890BF7D5-C59C-69AA-1A0B-03B5C7DE4308}"/>
              </a:ext>
            </a:extLst>
          </p:cNvPr>
          <p:cNvGrpSpPr/>
          <p:nvPr/>
        </p:nvGrpSpPr>
        <p:grpSpPr>
          <a:xfrm>
            <a:off x="263228" y="633873"/>
            <a:ext cx="5808705" cy="1086845"/>
            <a:chOff x="0" y="-57149"/>
            <a:chExt cx="11617410" cy="2173690"/>
          </a:xfrm>
        </p:grpSpPr>
        <p:sp>
          <p:nvSpPr>
            <p:cNvPr id="6" name="TextBox 6">
              <a:extLst>
                <a:ext uri="{FF2B5EF4-FFF2-40B4-BE49-F238E27FC236}">
                  <a16:creationId xmlns:a16="http://schemas.microsoft.com/office/drawing/2014/main" id="{B5F52FC8-8B4E-6708-C2C3-B19CAF8987BC}"/>
                </a:ext>
              </a:extLst>
            </p:cNvPr>
            <p:cNvSpPr txBox="1"/>
            <p:nvPr/>
          </p:nvSpPr>
          <p:spPr>
            <a:xfrm>
              <a:off x="0" y="-57149"/>
              <a:ext cx="11617410" cy="1223412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>
              <a:defPPr>
                <a:defRPr lang="en-US"/>
              </a:defPPr>
              <a:lvl1pPr marL="0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04770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09539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914309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219078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523848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828617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133387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438156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>
                <a:lnSpc>
                  <a:spcPts val="4854"/>
                </a:lnSpc>
              </a:pPr>
              <a:r>
                <a:rPr lang="en-US" sz="3600" b="1" dirty="0">
                  <a:solidFill>
                    <a:schemeClr val="accent1">
                      <a:lumMod val="40000"/>
                      <a:lumOff val="60000"/>
                    </a:schemeClr>
                  </a:solidFill>
                  <a:latin typeface="Klein Bold"/>
                  <a:ea typeface="Klein Bold"/>
                  <a:cs typeface="Klein Bold"/>
                  <a:sym typeface="Klein Bold"/>
                </a:rPr>
                <a:t>Our Team of</a:t>
              </a:r>
              <a:r>
                <a:rPr lang="en-US" sz="3600" b="1" dirty="0">
                  <a:solidFill>
                    <a:schemeClr val="accent1"/>
                  </a:solidFill>
                  <a:latin typeface="Klein Bold"/>
                  <a:ea typeface="Klein Bold"/>
                  <a:cs typeface="Klein Bold"/>
                  <a:sym typeface="Klein Bold"/>
                </a:rPr>
                <a:t> </a:t>
              </a:r>
              <a:r>
                <a:rPr lang="en-US" sz="3600" b="1" dirty="0">
                  <a:solidFill>
                    <a:schemeClr val="bg1"/>
                  </a:solidFill>
                  <a:latin typeface="Klein Bold"/>
                  <a:ea typeface="Klein Bold"/>
                  <a:cs typeface="Klein Bold"/>
                  <a:sym typeface="Klein Bold"/>
                </a:rPr>
                <a:t>Innovators</a:t>
              </a:r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F1A730DE-7C21-DDB2-1956-1AE2C74ABE9C}"/>
                </a:ext>
              </a:extLst>
            </p:cNvPr>
            <p:cNvSpPr txBox="1"/>
            <p:nvPr/>
          </p:nvSpPr>
          <p:spPr>
            <a:xfrm>
              <a:off x="0" y="1397241"/>
              <a:ext cx="7653124" cy="7193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>
              <a:defPPr>
                <a:defRPr lang="en-US"/>
              </a:defPPr>
              <a:lvl1pPr marL="0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04770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09539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914309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219078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523848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828617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133387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438156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>
                <a:lnSpc>
                  <a:spcPts val="2986"/>
                </a:lnSpc>
              </a:pPr>
              <a:r>
                <a:rPr lang="en-US" sz="2100" b="1" dirty="0">
                  <a:solidFill>
                    <a:schemeClr val="bg1">
                      <a:lumMod val="85000"/>
                    </a:schemeClr>
                  </a:solidFill>
                  <a:latin typeface="Helios"/>
                  <a:ea typeface="Helios"/>
                  <a:cs typeface="Helios"/>
                  <a:sym typeface="Helios"/>
                </a:rPr>
                <a:t>A</a:t>
              </a:r>
              <a:r>
                <a:rPr lang="en-US" sz="2100" b="1" u="none" dirty="0">
                  <a:solidFill>
                    <a:schemeClr val="bg1">
                      <a:lumMod val="85000"/>
                    </a:schemeClr>
                  </a:solidFill>
                  <a:latin typeface="Helios"/>
                  <a:ea typeface="Helios"/>
                  <a:cs typeface="Helios"/>
                  <a:sym typeface="Helios"/>
                </a:rPr>
                <a:t> Glance at the CISS Team</a:t>
              </a:r>
              <a:endParaRPr lang="en-US" sz="2100" b="1" u="none" dirty="0">
                <a:solidFill>
                  <a:schemeClr val="bg1">
                    <a:lumMod val="85000"/>
                  </a:schemeClr>
                </a:solidFill>
                <a:latin typeface="Helios"/>
                <a:ea typeface="Helios"/>
                <a:cs typeface="Helios"/>
              </a:endParaRPr>
            </a:p>
          </p:txBody>
        </p:sp>
      </p:grpSp>
      <p:sp>
        <p:nvSpPr>
          <p:cNvPr id="17" name="TextBox 16">
            <a:extLst>
              <a:ext uri="{FF2B5EF4-FFF2-40B4-BE49-F238E27FC236}">
                <a16:creationId xmlns:a16="http://schemas.microsoft.com/office/drawing/2014/main" id="{52DC17D3-CEF8-55B4-345D-9D15414A40B5}"/>
              </a:ext>
            </a:extLst>
          </p:cNvPr>
          <p:cNvSpPr txBox="1"/>
          <p:nvPr/>
        </p:nvSpPr>
        <p:spPr>
          <a:xfrm>
            <a:off x="6824134" y="1189928"/>
            <a:ext cx="4823231" cy="14463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0477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53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30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907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84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61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338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8156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933" b="1" dirty="0">
                <a:solidFill>
                  <a:srgbClr val="AED1FE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About 50% of our new interns are pursuing, or have completed their MSc.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B215656-C2D8-589F-D6BC-C339015392A6}"/>
              </a:ext>
            </a:extLst>
          </p:cNvPr>
          <p:cNvSpPr txBox="1"/>
          <p:nvPr/>
        </p:nvSpPr>
        <p:spPr>
          <a:xfrm>
            <a:off x="6783872" y="2919064"/>
            <a:ext cx="4823231" cy="14463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0477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53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30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907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84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61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338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8156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933" b="1" dirty="0">
                <a:solidFill>
                  <a:srgbClr val="AED1FE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Our team consists of 7 nationalities from around the world.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0791BB0-1A84-541D-DADB-E67C658D8461}"/>
              </a:ext>
            </a:extLst>
          </p:cNvPr>
          <p:cNvSpPr txBox="1"/>
          <p:nvPr/>
        </p:nvSpPr>
        <p:spPr>
          <a:xfrm>
            <a:off x="6824134" y="4648200"/>
            <a:ext cx="4823231" cy="14463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0477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53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30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907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84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61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338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8156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AE" sz="2933" b="1" dirty="0">
                <a:solidFill>
                  <a:srgbClr val="AED1FE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This cohort brings a combined 2,290 hours of volunteering experience. </a:t>
            </a:r>
          </a:p>
        </p:txBody>
      </p:sp>
      <p:pic>
        <p:nvPicPr>
          <p:cNvPr id="10583" name="Picture 10582">
            <a:extLst>
              <a:ext uri="{FF2B5EF4-FFF2-40B4-BE49-F238E27FC236}">
                <a16:creationId xmlns:a16="http://schemas.microsoft.com/office/drawing/2014/main" id="{65EC0F3E-3E9E-895F-7250-5FFC443B952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1295"/>
          <a:stretch>
            <a:fillRect/>
          </a:stretch>
        </p:blipFill>
        <p:spPr>
          <a:xfrm>
            <a:off x="264887" y="1847713"/>
            <a:ext cx="5809547" cy="2137847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7D86EC14-3639-FD3A-784D-9BC3D559A2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3EA70174-E515-7480-72A4-CA6494D4D4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499" y="4082291"/>
            <a:ext cx="5111198" cy="25862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372632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5396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9"/>
          <p:cNvGrpSpPr>
            <a:grpSpLocks noChangeAspect="1"/>
          </p:cNvGrpSpPr>
          <p:nvPr/>
        </p:nvGrpSpPr>
        <p:grpSpPr>
          <a:xfrm>
            <a:off x="5588000" y="3632200"/>
            <a:ext cx="1157421" cy="1157416"/>
            <a:chOff x="7183127" y="7926266"/>
            <a:chExt cx="6350000" cy="6349975"/>
          </a:xfrm>
        </p:grpSpPr>
        <p:sp>
          <p:nvSpPr>
            <p:cNvPr id="10" name="Freeform 10"/>
            <p:cNvSpPr/>
            <p:nvPr/>
          </p:nvSpPr>
          <p:spPr>
            <a:xfrm>
              <a:off x="7183127" y="7926266"/>
              <a:ext cx="6350000" cy="6349975"/>
            </a:xfrm>
            <a:custGeom>
              <a:avLst/>
              <a:gdLst/>
              <a:ahLst/>
              <a:cxnLst/>
              <a:rect l="l" t="t" r="r" b="b"/>
              <a:pathLst>
                <a:path w="6350000" h="6349974">
                  <a:moveTo>
                    <a:pt x="6350000" y="3175025"/>
                  </a:moveTo>
                  <a:cubicBezTo>
                    <a:pt x="6350000" y="4928451"/>
                    <a:pt x="4928476" y="6349974"/>
                    <a:pt x="3175000" y="6349974"/>
                  </a:cubicBezTo>
                  <a:cubicBezTo>
                    <a:pt x="1421498" y="6349974"/>
                    <a:pt x="0" y="4928451"/>
                    <a:pt x="0" y="3175025"/>
                  </a:cubicBezTo>
                  <a:cubicBezTo>
                    <a:pt x="0" y="1421511"/>
                    <a:pt x="1421498" y="0"/>
                    <a:pt x="3175000" y="0"/>
                  </a:cubicBezTo>
                  <a:cubicBezTo>
                    <a:pt x="4928501" y="0"/>
                    <a:pt x="6350000" y="1421511"/>
                    <a:pt x="6350000" y="3175025"/>
                  </a:cubicBez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  <p:txBody>
            <a:bodyPr/>
            <a:lstStyle>
              <a:defPPr>
                <a:defRPr lang="en-US"/>
              </a:defPPr>
              <a:lvl1pPr marL="0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04770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09539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914309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219078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523848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828617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133387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438156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60963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AE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21" name="Group 21"/>
          <p:cNvGrpSpPr>
            <a:grpSpLocks noChangeAspect="1"/>
          </p:cNvGrpSpPr>
          <p:nvPr/>
        </p:nvGrpSpPr>
        <p:grpSpPr>
          <a:xfrm>
            <a:off x="9338309" y="3632200"/>
            <a:ext cx="1156408" cy="1156404"/>
            <a:chOff x="13571334" y="7771272"/>
            <a:chExt cx="6350000" cy="6349975"/>
          </a:xfrm>
        </p:grpSpPr>
        <p:sp>
          <p:nvSpPr>
            <p:cNvPr id="22" name="Freeform 22"/>
            <p:cNvSpPr/>
            <p:nvPr/>
          </p:nvSpPr>
          <p:spPr>
            <a:xfrm>
              <a:off x="13571334" y="7771272"/>
              <a:ext cx="6350000" cy="6349975"/>
            </a:xfrm>
            <a:custGeom>
              <a:avLst/>
              <a:gdLst/>
              <a:ahLst/>
              <a:cxnLst/>
              <a:rect l="l" t="t" r="r" b="b"/>
              <a:pathLst>
                <a:path w="6350000" h="6349974">
                  <a:moveTo>
                    <a:pt x="6350000" y="3175025"/>
                  </a:moveTo>
                  <a:cubicBezTo>
                    <a:pt x="6350000" y="4928451"/>
                    <a:pt x="4928476" y="6349974"/>
                    <a:pt x="3175000" y="6349974"/>
                  </a:cubicBezTo>
                  <a:cubicBezTo>
                    <a:pt x="1421498" y="6349974"/>
                    <a:pt x="0" y="4928451"/>
                    <a:pt x="0" y="3175025"/>
                  </a:cubicBezTo>
                  <a:cubicBezTo>
                    <a:pt x="0" y="1421511"/>
                    <a:pt x="1421498" y="0"/>
                    <a:pt x="3175000" y="0"/>
                  </a:cubicBezTo>
                  <a:cubicBezTo>
                    <a:pt x="4928501" y="0"/>
                    <a:pt x="6350000" y="1421511"/>
                    <a:pt x="6350000" y="3175025"/>
                  </a:cubicBez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  <p:txBody>
            <a:bodyPr/>
            <a:lstStyle>
              <a:defPPr>
                <a:defRPr lang="en-US"/>
              </a:defPPr>
              <a:lvl1pPr marL="0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04770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09539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914309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219078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523848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828617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133387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438156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60963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AE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29" name="Group 29"/>
          <p:cNvGrpSpPr>
            <a:grpSpLocks noChangeAspect="1"/>
          </p:cNvGrpSpPr>
          <p:nvPr/>
        </p:nvGrpSpPr>
        <p:grpSpPr>
          <a:xfrm>
            <a:off x="4365250" y="3632200"/>
            <a:ext cx="1158157" cy="1158153"/>
            <a:chOff x="87384" y="-7518599"/>
            <a:chExt cx="6350000" cy="6349975"/>
          </a:xfrm>
        </p:grpSpPr>
        <p:sp>
          <p:nvSpPr>
            <p:cNvPr id="30" name="Freeform 30"/>
            <p:cNvSpPr/>
            <p:nvPr/>
          </p:nvSpPr>
          <p:spPr>
            <a:xfrm>
              <a:off x="87384" y="-7518599"/>
              <a:ext cx="6350000" cy="6349975"/>
            </a:xfrm>
            <a:custGeom>
              <a:avLst/>
              <a:gdLst/>
              <a:ahLst/>
              <a:cxnLst/>
              <a:rect l="l" t="t" r="r" b="b"/>
              <a:pathLst>
                <a:path w="6350000" h="6349974">
                  <a:moveTo>
                    <a:pt x="6350000" y="3175025"/>
                  </a:moveTo>
                  <a:cubicBezTo>
                    <a:pt x="6350000" y="4928451"/>
                    <a:pt x="4928476" y="6349974"/>
                    <a:pt x="3175000" y="6349974"/>
                  </a:cubicBezTo>
                  <a:cubicBezTo>
                    <a:pt x="1421498" y="6349974"/>
                    <a:pt x="0" y="4928451"/>
                    <a:pt x="0" y="3175025"/>
                  </a:cubicBezTo>
                  <a:cubicBezTo>
                    <a:pt x="0" y="1421511"/>
                    <a:pt x="1421498" y="0"/>
                    <a:pt x="3175000" y="0"/>
                  </a:cubicBezTo>
                  <a:cubicBezTo>
                    <a:pt x="4928501" y="0"/>
                    <a:pt x="6350000" y="1421511"/>
                    <a:pt x="6350000" y="3175025"/>
                  </a:cubicBez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  <p:txBody>
            <a:bodyPr/>
            <a:lstStyle>
              <a:defPPr>
                <a:defRPr lang="en-US"/>
              </a:defPPr>
              <a:lvl1pPr marL="0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04770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09539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914309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219078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523848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828617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133387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438156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60963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AE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33" name="Group 33"/>
          <p:cNvGrpSpPr>
            <a:grpSpLocks noChangeAspect="1"/>
          </p:cNvGrpSpPr>
          <p:nvPr/>
        </p:nvGrpSpPr>
        <p:grpSpPr>
          <a:xfrm>
            <a:off x="701951" y="3654408"/>
            <a:ext cx="1155920" cy="1155915"/>
            <a:chOff x="-20208412" y="-7649986"/>
            <a:chExt cx="6350000" cy="6349975"/>
          </a:xfrm>
        </p:grpSpPr>
        <p:sp>
          <p:nvSpPr>
            <p:cNvPr id="34" name="Freeform 34"/>
            <p:cNvSpPr/>
            <p:nvPr/>
          </p:nvSpPr>
          <p:spPr>
            <a:xfrm>
              <a:off x="-20208412" y="-7649986"/>
              <a:ext cx="6350000" cy="6349975"/>
            </a:xfrm>
            <a:custGeom>
              <a:avLst/>
              <a:gdLst/>
              <a:ahLst/>
              <a:cxnLst/>
              <a:rect l="l" t="t" r="r" b="b"/>
              <a:pathLst>
                <a:path w="6350000" h="6349974">
                  <a:moveTo>
                    <a:pt x="6350000" y="3175025"/>
                  </a:moveTo>
                  <a:cubicBezTo>
                    <a:pt x="6350000" y="4928451"/>
                    <a:pt x="4928476" y="6349974"/>
                    <a:pt x="3175000" y="6349974"/>
                  </a:cubicBezTo>
                  <a:cubicBezTo>
                    <a:pt x="1421498" y="6349974"/>
                    <a:pt x="0" y="4928451"/>
                    <a:pt x="0" y="3175025"/>
                  </a:cubicBezTo>
                  <a:cubicBezTo>
                    <a:pt x="0" y="1421511"/>
                    <a:pt x="1421498" y="0"/>
                    <a:pt x="3175000" y="0"/>
                  </a:cubicBezTo>
                  <a:cubicBezTo>
                    <a:pt x="4928501" y="0"/>
                    <a:pt x="6350000" y="1421511"/>
                    <a:pt x="6350000" y="3175025"/>
                  </a:cubicBez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</p:spPr>
          <p:txBody>
            <a:bodyPr/>
            <a:lstStyle>
              <a:defPPr>
                <a:defRPr lang="en-US"/>
              </a:defPPr>
              <a:lvl1pPr marL="0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04770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09539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914309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219078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523848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828617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133387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438156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60963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AE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pic>
        <p:nvPicPr>
          <p:cNvPr id="59" name="Picture 58">
            <a:extLst>
              <a:ext uri="{FF2B5EF4-FFF2-40B4-BE49-F238E27FC236}">
                <a16:creationId xmlns:a16="http://schemas.microsoft.com/office/drawing/2014/main" id="{96288DCB-5517-CA49-A46C-8F6412B8B682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l="4709" t="8337" r="4709" b="1081"/>
          <a:stretch>
            <a:fillRect/>
          </a:stretch>
        </p:blipFill>
        <p:spPr>
          <a:xfrm>
            <a:off x="1922465" y="3630436"/>
            <a:ext cx="1157679" cy="1157679"/>
          </a:xfrm>
          <a:prstGeom prst="ellipse">
            <a:avLst/>
          </a:prstGeom>
        </p:spPr>
      </p:pic>
      <p:grpSp>
        <p:nvGrpSpPr>
          <p:cNvPr id="62" name="Group 61">
            <a:extLst>
              <a:ext uri="{FF2B5EF4-FFF2-40B4-BE49-F238E27FC236}">
                <a16:creationId xmlns:a16="http://schemas.microsoft.com/office/drawing/2014/main" id="{35EDE65D-2B04-65E4-1D87-7E557731D63F}"/>
              </a:ext>
            </a:extLst>
          </p:cNvPr>
          <p:cNvGrpSpPr>
            <a:grpSpLocks noChangeAspect="1"/>
          </p:cNvGrpSpPr>
          <p:nvPr/>
        </p:nvGrpSpPr>
        <p:grpSpPr>
          <a:xfrm>
            <a:off x="3144737" y="3632200"/>
            <a:ext cx="1155919" cy="1155915"/>
            <a:chOff x="11174803" y="6929997"/>
            <a:chExt cx="1972102" cy="1972095"/>
          </a:xfrm>
        </p:grpSpPr>
        <p:grpSp>
          <p:nvGrpSpPr>
            <p:cNvPr id="60" name="Group 41">
              <a:extLst>
                <a:ext uri="{FF2B5EF4-FFF2-40B4-BE49-F238E27FC236}">
                  <a16:creationId xmlns:a16="http://schemas.microsoft.com/office/drawing/2014/main" id="{CD56CEC4-8D50-9D46-EB82-DF699CDD2A82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11174803" y="6929997"/>
              <a:ext cx="1972102" cy="1972095"/>
              <a:chOff x="0" y="0"/>
              <a:chExt cx="6350000" cy="6349975"/>
            </a:xfrm>
          </p:grpSpPr>
          <p:sp>
            <p:nvSpPr>
              <p:cNvPr id="61" name="Freeform 42">
                <a:extLst>
                  <a:ext uri="{FF2B5EF4-FFF2-40B4-BE49-F238E27FC236}">
                    <a16:creationId xmlns:a16="http://schemas.microsoft.com/office/drawing/2014/main" id="{6A4895EB-23D6-F360-C4D0-0FE833D40483}"/>
                  </a:ext>
                </a:extLst>
              </p:cNvPr>
              <p:cNvSpPr/>
              <p:nvPr/>
            </p:nvSpPr>
            <p:spPr>
              <a:xfrm>
                <a:off x="0" y="0"/>
                <a:ext cx="6350000" cy="6349974"/>
              </a:xfrm>
              <a:custGeom>
                <a:avLst/>
                <a:gdLst/>
                <a:ahLst/>
                <a:cxnLst/>
                <a:rect l="l" t="t" r="r" b="b"/>
                <a:pathLst>
                  <a:path w="6350000" h="6349974">
                    <a:moveTo>
                      <a:pt x="6350000" y="3175025"/>
                    </a:moveTo>
                    <a:cubicBezTo>
                      <a:pt x="6350000" y="4928451"/>
                      <a:pt x="4928476" y="6349974"/>
                      <a:pt x="3175000" y="6349974"/>
                    </a:cubicBezTo>
                    <a:cubicBezTo>
                      <a:pt x="1421498" y="6349974"/>
                      <a:pt x="0" y="4928451"/>
                      <a:pt x="0" y="3175025"/>
                    </a:cubicBezTo>
                    <a:cubicBezTo>
                      <a:pt x="0" y="1421511"/>
                      <a:pt x="1421498" y="0"/>
                      <a:pt x="3175000" y="0"/>
                    </a:cubicBezTo>
                    <a:cubicBezTo>
                      <a:pt x="4928501" y="0"/>
                      <a:pt x="6350000" y="1421511"/>
                      <a:pt x="6350000" y="3175025"/>
                    </a:cubicBezTo>
                    <a:close/>
                  </a:path>
                </a:pathLst>
              </a:custGeom>
              <a:blipFill>
                <a:blip r:embed="rId7"/>
                <a:stretch>
                  <a:fillRect l="-11689" t="-17812" r="-21152" b="-15029"/>
                </a:stretch>
              </a:blipFill>
            </p:spPr>
            <p:txBody>
              <a:bodyPr/>
              <a:lstStyle>
                <a:defPPr>
                  <a:defRPr lang="en-US"/>
                </a:defPPr>
                <a:lvl1pPr marL="0" algn="l" defTabSz="609539" rtl="0" eaLnBrk="1" latinLnBrk="0" hangingPunct="1"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304770" algn="l" defTabSz="609539" rtl="0" eaLnBrk="1" latinLnBrk="0" hangingPunct="1"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609539" algn="l" defTabSz="609539" rtl="0" eaLnBrk="1" latinLnBrk="0" hangingPunct="1"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914309" algn="l" defTabSz="609539" rtl="0" eaLnBrk="1" latinLnBrk="0" hangingPunct="1"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219078" algn="l" defTabSz="609539" rtl="0" eaLnBrk="1" latinLnBrk="0" hangingPunct="1"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523848" algn="l" defTabSz="609539" rtl="0" eaLnBrk="1" latinLnBrk="0" hangingPunct="1"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1828617" algn="l" defTabSz="609539" rtl="0" eaLnBrk="1" latinLnBrk="0" hangingPunct="1"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133387" algn="l" defTabSz="609539" rtl="0" eaLnBrk="1" latinLnBrk="0" hangingPunct="1"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2438156" algn="l" defTabSz="609539" rtl="0" eaLnBrk="1" latinLnBrk="0" hangingPunct="1"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60963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AE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  <p:pic>
          <p:nvPicPr>
            <p:cNvPr id="1026" name="Picture 2" descr="Technical University of Munich, Germany | Courses, Fees, Eligibility ...">
              <a:extLst>
                <a:ext uri="{FF2B5EF4-FFF2-40B4-BE49-F238E27FC236}">
                  <a16:creationId xmlns:a16="http://schemas.microsoft.com/office/drawing/2014/main" id="{74FB068F-1E4B-3AA2-26C7-6049D893B5F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510025" y="7263952"/>
              <a:ext cx="1301658" cy="130165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1030" name="Picture 6" descr="Nutan College of Engineering and Research: Courses, Fees, Admission ...">
            <a:extLst>
              <a:ext uri="{FF2B5EF4-FFF2-40B4-BE49-F238E27FC236}">
                <a16:creationId xmlns:a16="http://schemas.microsoft.com/office/drawing/2014/main" id="{A23ACC5D-F8C0-A45D-339E-FAC61BE4DF3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59313" y="3632200"/>
            <a:ext cx="1228247" cy="1200333"/>
          </a:xfrm>
          <a:prstGeom prst="flowChartConnector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PATTS College of Aeronautics">
            <a:extLst>
              <a:ext uri="{FF2B5EF4-FFF2-40B4-BE49-F238E27FC236}">
                <a16:creationId xmlns:a16="http://schemas.microsoft.com/office/drawing/2014/main" id="{CE4759C6-F5E7-5B22-4376-E2299791738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32286" y="3632200"/>
            <a:ext cx="1241430" cy="1200333"/>
          </a:xfrm>
          <a:prstGeom prst="flowChartConnector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6" name="Picture 12" descr="Free IIT Madras Indian Institute of Technology Madras Logo Vector ...">
            <a:extLst>
              <a:ext uri="{FF2B5EF4-FFF2-40B4-BE49-F238E27FC236}">
                <a16:creationId xmlns:a16="http://schemas.microsoft.com/office/drawing/2014/main" id="{E2C2D1C3-F473-0320-76C0-F85F92FF804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532" t="15597" r="24267" b="16189"/>
          <a:stretch>
            <a:fillRect/>
          </a:stretch>
        </p:blipFill>
        <p:spPr bwMode="auto">
          <a:xfrm>
            <a:off x="6810014" y="3632199"/>
            <a:ext cx="1157679" cy="1157679"/>
          </a:xfrm>
          <a:prstGeom prst="flowChartConnector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0937C9F5-7564-2701-328E-D747E2FED95B}"/>
              </a:ext>
            </a:extLst>
          </p:cNvPr>
          <p:cNvSpPr/>
          <p:nvPr/>
        </p:nvSpPr>
        <p:spPr>
          <a:xfrm>
            <a:off x="-190500" y="504671"/>
            <a:ext cx="4391026" cy="684362"/>
          </a:xfrm>
          <a:prstGeom prst="roundRect">
            <a:avLst/>
          </a:prstGeom>
          <a:solidFill>
            <a:srgbClr val="999EA2">
              <a:alpha val="49000"/>
            </a:srgbClr>
          </a:solidFill>
          <a:ln w="1905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5D6477D7-F717-0039-BA0A-06A21FD02416}"/>
              </a:ext>
            </a:extLst>
          </p:cNvPr>
          <p:cNvSpPr txBox="1">
            <a:spLocks/>
          </p:cNvSpPr>
          <p:nvPr/>
        </p:nvSpPr>
        <p:spPr>
          <a:xfrm>
            <a:off x="268225" y="504671"/>
            <a:ext cx="3664077" cy="68436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i="0" kern="1200">
                <a:solidFill>
                  <a:srgbClr val="003478"/>
                </a:solidFill>
                <a:latin typeface="+mn-lt"/>
                <a:ea typeface="+mj-ea"/>
                <a:cs typeface="Arial" panose="020B0604020202020204" pitchFamily="34" charset="0"/>
              </a:defRPr>
            </a:lvl1pPr>
          </a:lstStyle>
          <a:p>
            <a:pPr algn="ctr">
              <a:defRPr/>
            </a:pPr>
            <a:r>
              <a:rPr lang="en-US" sz="3600">
                <a:solidFill>
                  <a:sysClr val="window" lastClr="FFFFFF"/>
                </a:solidFill>
                <a:effectLst>
                  <a:outerShdw blurRad="50800" dist="38100" algn="l" rotWithShape="0">
                    <a:prstClr val="black">
                      <a:alpha val="40000"/>
                    </a:prstClr>
                  </a:outerShdw>
                </a:effectLst>
                <a:latin typeface="Aptos"/>
                <a:cs typeface="Arial"/>
              </a:rPr>
              <a:t>Universities</a:t>
            </a:r>
            <a:endParaRPr lang="en-US" sz="3600" dirty="0">
              <a:solidFill>
                <a:sysClr val="window" lastClr="FFFFFF"/>
              </a:solidFill>
              <a:effectLst>
                <a:outerShdw blurRad="50800" dist="38100" algn="l" rotWithShape="0">
                  <a:prstClr val="black">
                    <a:alpha val="40000"/>
                  </a:prstClr>
                </a:outerShdw>
              </a:effectLst>
              <a:latin typeface="Aptos"/>
            </a:endParaRPr>
          </a:p>
        </p:txBody>
      </p:sp>
    </p:spTree>
    <p:extLst>
      <p:ext uri="{BB962C8B-B14F-4D97-AF65-F5344CB8AC3E}">
        <p14:creationId xmlns:p14="http://schemas.microsoft.com/office/powerpoint/2010/main" val="366101758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5396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F99045C-F0F3-56AA-3655-EBB073F5D0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9">
            <a:extLst>
              <a:ext uri="{FF2B5EF4-FFF2-40B4-BE49-F238E27FC236}">
                <a16:creationId xmlns:a16="http://schemas.microsoft.com/office/drawing/2014/main" id="{441BDD7B-615D-C088-1D03-F62D51368624}"/>
              </a:ext>
            </a:extLst>
          </p:cNvPr>
          <p:cNvGrpSpPr>
            <a:grpSpLocks noChangeAspect="1"/>
          </p:cNvGrpSpPr>
          <p:nvPr/>
        </p:nvGrpSpPr>
        <p:grpSpPr>
          <a:xfrm>
            <a:off x="5588000" y="3632200"/>
            <a:ext cx="1157421" cy="1157416"/>
            <a:chOff x="7183127" y="7926266"/>
            <a:chExt cx="6350000" cy="6349975"/>
          </a:xfrm>
        </p:grpSpPr>
        <p:sp>
          <p:nvSpPr>
            <p:cNvPr id="10" name="Freeform 10">
              <a:extLst>
                <a:ext uri="{FF2B5EF4-FFF2-40B4-BE49-F238E27FC236}">
                  <a16:creationId xmlns:a16="http://schemas.microsoft.com/office/drawing/2014/main" id="{C85C422F-0435-7715-7F46-C3993203D3C5}"/>
                </a:ext>
              </a:extLst>
            </p:cNvPr>
            <p:cNvSpPr/>
            <p:nvPr/>
          </p:nvSpPr>
          <p:spPr>
            <a:xfrm>
              <a:off x="7183127" y="7926266"/>
              <a:ext cx="6350000" cy="6349975"/>
            </a:xfrm>
            <a:custGeom>
              <a:avLst/>
              <a:gdLst/>
              <a:ahLst/>
              <a:cxnLst/>
              <a:rect l="l" t="t" r="r" b="b"/>
              <a:pathLst>
                <a:path w="6350000" h="6349974">
                  <a:moveTo>
                    <a:pt x="6350000" y="3175025"/>
                  </a:moveTo>
                  <a:cubicBezTo>
                    <a:pt x="6350000" y="4928451"/>
                    <a:pt x="4928476" y="6349974"/>
                    <a:pt x="3175000" y="6349974"/>
                  </a:cubicBezTo>
                  <a:cubicBezTo>
                    <a:pt x="1421498" y="6349974"/>
                    <a:pt x="0" y="4928451"/>
                    <a:pt x="0" y="3175025"/>
                  </a:cubicBezTo>
                  <a:cubicBezTo>
                    <a:pt x="0" y="1421511"/>
                    <a:pt x="1421498" y="0"/>
                    <a:pt x="3175000" y="0"/>
                  </a:cubicBezTo>
                  <a:cubicBezTo>
                    <a:pt x="4928501" y="0"/>
                    <a:pt x="6350000" y="1421511"/>
                    <a:pt x="6350000" y="3175025"/>
                  </a:cubicBez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  <p:txBody>
            <a:bodyPr/>
            <a:lstStyle>
              <a:defPPr>
                <a:defRPr lang="en-US"/>
              </a:defPPr>
              <a:lvl1pPr marL="0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04770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09539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914309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219078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523848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828617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133387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438156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60963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AE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21" name="Group 21">
            <a:extLst>
              <a:ext uri="{FF2B5EF4-FFF2-40B4-BE49-F238E27FC236}">
                <a16:creationId xmlns:a16="http://schemas.microsoft.com/office/drawing/2014/main" id="{97C81A82-4EC7-D196-6E43-9AF11BB95C44}"/>
              </a:ext>
            </a:extLst>
          </p:cNvPr>
          <p:cNvGrpSpPr>
            <a:grpSpLocks noChangeAspect="1"/>
          </p:cNvGrpSpPr>
          <p:nvPr/>
        </p:nvGrpSpPr>
        <p:grpSpPr>
          <a:xfrm>
            <a:off x="9338309" y="3632200"/>
            <a:ext cx="1156408" cy="1156404"/>
            <a:chOff x="13571334" y="7771272"/>
            <a:chExt cx="6350000" cy="6349975"/>
          </a:xfrm>
        </p:grpSpPr>
        <p:sp>
          <p:nvSpPr>
            <p:cNvPr id="22" name="Freeform 22">
              <a:extLst>
                <a:ext uri="{FF2B5EF4-FFF2-40B4-BE49-F238E27FC236}">
                  <a16:creationId xmlns:a16="http://schemas.microsoft.com/office/drawing/2014/main" id="{B231FA63-3A14-3F3D-C92F-884F84DD41FE}"/>
                </a:ext>
              </a:extLst>
            </p:cNvPr>
            <p:cNvSpPr/>
            <p:nvPr/>
          </p:nvSpPr>
          <p:spPr>
            <a:xfrm>
              <a:off x="13571334" y="7771272"/>
              <a:ext cx="6350000" cy="6349975"/>
            </a:xfrm>
            <a:custGeom>
              <a:avLst/>
              <a:gdLst/>
              <a:ahLst/>
              <a:cxnLst/>
              <a:rect l="l" t="t" r="r" b="b"/>
              <a:pathLst>
                <a:path w="6350000" h="6349974">
                  <a:moveTo>
                    <a:pt x="6350000" y="3175025"/>
                  </a:moveTo>
                  <a:cubicBezTo>
                    <a:pt x="6350000" y="4928451"/>
                    <a:pt x="4928476" y="6349974"/>
                    <a:pt x="3175000" y="6349974"/>
                  </a:cubicBezTo>
                  <a:cubicBezTo>
                    <a:pt x="1421498" y="6349974"/>
                    <a:pt x="0" y="4928451"/>
                    <a:pt x="0" y="3175025"/>
                  </a:cubicBezTo>
                  <a:cubicBezTo>
                    <a:pt x="0" y="1421511"/>
                    <a:pt x="1421498" y="0"/>
                    <a:pt x="3175000" y="0"/>
                  </a:cubicBezTo>
                  <a:cubicBezTo>
                    <a:pt x="4928501" y="0"/>
                    <a:pt x="6350000" y="1421511"/>
                    <a:pt x="6350000" y="3175025"/>
                  </a:cubicBez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  <p:txBody>
            <a:bodyPr/>
            <a:lstStyle>
              <a:defPPr>
                <a:defRPr lang="en-US"/>
              </a:defPPr>
              <a:lvl1pPr marL="0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04770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09539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914309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219078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523848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828617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133387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438156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60963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AE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29" name="Group 29">
            <a:extLst>
              <a:ext uri="{FF2B5EF4-FFF2-40B4-BE49-F238E27FC236}">
                <a16:creationId xmlns:a16="http://schemas.microsoft.com/office/drawing/2014/main" id="{04838963-B31A-2035-F77A-13C0CF18D5E3}"/>
              </a:ext>
            </a:extLst>
          </p:cNvPr>
          <p:cNvGrpSpPr>
            <a:grpSpLocks noChangeAspect="1"/>
          </p:cNvGrpSpPr>
          <p:nvPr/>
        </p:nvGrpSpPr>
        <p:grpSpPr>
          <a:xfrm>
            <a:off x="4365250" y="3632200"/>
            <a:ext cx="1158157" cy="1158153"/>
            <a:chOff x="87384" y="-7518599"/>
            <a:chExt cx="6350000" cy="6349975"/>
          </a:xfrm>
        </p:grpSpPr>
        <p:sp>
          <p:nvSpPr>
            <p:cNvPr id="30" name="Freeform 30">
              <a:extLst>
                <a:ext uri="{FF2B5EF4-FFF2-40B4-BE49-F238E27FC236}">
                  <a16:creationId xmlns:a16="http://schemas.microsoft.com/office/drawing/2014/main" id="{DF5D07B3-909A-54C0-AED5-B65A39366510}"/>
                </a:ext>
              </a:extLst>
            </p:cNvPr>
            <p:cNvSpPr/>
            <p:nvPr/>
          </p:nvSpPr>
          <p:spPr>
            <a:xfrm>
              <a:off x="87384" y="-7518599"/>
              <a:ext cx="6350000" cy="6349975"/>
            </a:xfrm>
            <a:custGeom>
              <a:avLst/>
              <a:gdLst/>
              <a:ahLst/>
              <a:cxnLst/>
              <a:rect l="l" t="t" r="r" b="b"/>
              <a:pathLst>
                <a:path w="6350000" h="6349974">
                  <a:moveTo>
                    <a:pt x="6350000" y="3175025"/>
                  </a:moveTo>
                  <a:cubicBezTo>
                    <a:pt x="6350000" y="4928451"/>
                    <a:pt x="4928476" y="6349974"/>
                    <a:pt x="3175000" y="6349974"/>
                  </a:cubicBezTo>
                  <a:cubicBezTo>
                    <a:pt x="1421498" y="6349974"/>
                    <a:pt x="0" y="4928451"/>
                    <a:pt x="0" y="3175025"/>
                  </a:cubicBezTo>
                  <a:cubicBezTo>
                    <a:pt x="0" y="1421511"/>
                    <a:pt x="1421498" y="0"/>
                    <a:pt x="3175000" y="0"/>
                  </a:cubicBezTo>
                  <a:cubicBezTo>
                    <a:pt x="4928501" y="0"/>
                    <a:pt x="6350000" y="1421511"/>
                    <a:pt x="6350000" y="3175025"/>
                  </a:cubicBez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  <p:txBody>
            <a:bodyPr/>
            <a:lstStyle>
              <a:defPPr>
                <a:defRPr lang="en-US"/>
              </a:defPPr>
              <a:lvl1pPr marL="0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04770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09539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914309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219078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523848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828617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133387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438156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60963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AE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33" name="Group 33">
            <a:extLst>
              <a:ext uri="{FF2B5EF4-FFF2-40B4-BE49-F238E27FC236}">
                <a16:creationId xmlns:a16="http://schemas.microsoft.com/office/drawing/2014/main" id="{FAB8A371-DA90-29F2-B5BF-CD5612518061}"/>
              </a:ext>
            </a:extLst>
          </p:cNvPr>
          <p:cNvGrpSpPr>
            <a:grpSpLocks noChangeAspect="1"/>
          </p:cNvGrpSpPr>
          <p:nvPr/>
        </p:nvGrpSpPr>
        <p:grpSpPr>
          <a:xfrm>
            <a:off x="701951" y="3654408"/>
            <a:ext cx="1155920" cy="1155915"/>
            <a:chOff x="-20208412" y="-7649986"/>
            <a:chExt cx="6350000" cy="6349975"/>
          </a:xfrm>
        </p:grpSpPr>
        <p:sp>
          <p:nvSpPr>
            <p:cNvPr id="34" name="Freeform 34">
              <a:extLst>
                <a:ext uri="{FF2B5EF4-FFF2-40B4-BE49-F238E27FC236}">
                  <a16:creationId xmlns:a16="http://schemas.microsoft.com/office/drawing/2014/main" id="{A8830488-6E6E-5B84-CA38-22ADD0AD2976}"/>
                </a:ext>
              </a:extLst>
            </p:cNvPr>
            <p:cNvSpPr/>
            <p:nvPr/>
          </p:nvSpPr>
          <p:spPr>
            <a:xfrm>
              <a:off x="-20208412" y="-7649986"/>
              <a:ext cx="6350000" cy="6349975"/>
            </a:xfrm>
            <a:custGeom>
              <a:avLst/>
              <a:gdLst/>
              <a:ahLst/>
              <a:cxnLst/>
              <a:rect l="l" t="t" r="r" b="b"/>
              <a:pathLst>
                <a:path w="6350000" h="6349974">
                  <a:moveTo>
                    <a:pt x="6350000" y="3175025"/>
                  </a:moveTo>
                  <a:cubicBezTo>
                    <a:pt x="6350000" y="4928451"/>
                    <a:pt x="4928476" y="6349974"/>
                    <a:pt x="3175000" y="6349974"/>
                  </a:cubicBezTo>
                  <a:cubicBezTo>
                    <a:pt x="1421498" y="6349974"/>
                    <a:pt x="0" y="4928451"/>
                    <a:pt x="0" y="3175025"/>
                  </a:cubicBezTo>
                  <a:cubicBezTo>
                    <a:pt x="0" y="1421511"/>
                    <a:pt x="1421498" y="0"/>
                    <a:pt x="3175000" y="0"/>
                  </a:cubicBezTo>
                  <a:cubicBezTo>
                    <a:pt x="4928501" y="0"/>
                    <a:pt x="6350000" y="1421511"/>
                    <a:pt x="6350000" y="3175025"/>
                  </a:cubicBez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</p:spPr>
          <p:txBody>
            <a:bodyPr/>
            <a:lstStyle>
              <a:defPPr>
                <a:defRPr lang="en-US"/>
              </a:defPPr>
              <a:lvl1pPr marL="0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04770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09539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914309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219078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523848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828617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133387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438156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60963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AE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pic>
        <p:nvPicPr>
          <p:cNvPr id="59" name="Picture 58">
            <a:extLst>
              <a:ext uri="{FF2B5EF4-FFF2-40B4-BE49-F238E27FC236}">
                <a16:creationId xmlns:a16="http://schemas.microsoft.com/office/drawing/2014/main" id="{153C96C6-F0B7-A170-E1AE-B33AFC4E9D25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l="4709" t="8337" r="4709" b="1081"/>
          <a:stretch>
            <a:fillRect/>
          </a:stretch>
        </p:blipFill>
        <p:spPr>
          <a:xfrm>
            <a:off x="1922465" y="3630436"/>
            <a:ext cx="1157679" cy="1157679"/>
          </a:xfrm>
          <a:prstGeom prst="ellipse">
            <a:avLst/>
          </a:prstGeom>
        </p:spPr>
      </p:pic>
      <p:grpSp>
        <p:nvGrpSpPr>
          <p:cNvPr id="62" name="Group 61">
            <a:extLst>
              <a:ext uri="{FF2B5EF4-FFF2-40B4-BE49-F238E27FC236}">
                <a16:creationId xmlns:a16="http://schemas.microsoft.com/office/drawing/2014/main" id="{0AD5D730-2D4B-3950-19E7-94D00F2DBDEE}"/>
              </a:ext>
            </a:extLst>
          </p:cNvPr>
          <p:cNvGrpSpPr>
            <a:grpSpLocks noChangeAspect="1"/>
          </p:cNvGrpSpPr>
          <p:nvPr/>
        </p:nvGrpSpPr>
        <p:grpSpPr>
          <a:xfrm>
            <a:off x="3144737" y="3632200"/>
            <a:ext cx="1155919" cy="1155915"/>
            <a:chOff x="11174803" y="6929997"/>
            <a:chExt cx="1972102" cy="1972095"/>
          </a:xfrm>
        </p:grpSpPr>
        <p:grpSp>
          <p:nvGrpSpPr>
            <p:cNvPr id="60" name="Group 41">
              <a:extLst>
                <a:ext uri="{FF2B5EF4-FFF2-40B4-BE49-F238E27FC236}">
                  <a16:creationId xmlns:a16="http://schemas.microsoft.com/office/drawing/2014/main" id="{86C99CE2-42E8-C78E-F5B3-63802D779A93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11174803" y="6929997"/>
              <a:ext cx="1972102" cy="1972095"/>
              <a:chOff x="0" y="0"/>
              <a:chExt cx="6350000" cy="6349975"/>
            </a:xfrm>
          </p:grpSpPr>
          <p:sp>
            <p:nvSpPr>
              <p:cNvPr id="61" name="Freeform 42">
                <a:extLst>
                  <a:ext uri="{FF2B5EF4-FFF2-40B4-BE49-F238E27FC236}">
                    <a16:creationId xmlns:a16="http://schemas.microsoft.com/office/drawing/2014/main" id="{36E9BF4B-A25C-C886-EBB3-C4C9DDB8DD8F}"/>
                  </a:ext>
                </a:extLst>
              </p:cNvPr>
              <p:cNvSpPr/>
              <p:nvPr/>
            </p:nvSpPr>
            <p:spPr>
              <a:xfrm>
                <a:off x="0" y="0"/>
                <a:ext cx="6350000" cy="6349974"/>
              </a:xfrm>
              <a:custGeom>
                <a:avLst/>
                <a:gdLst/>
                <a:ahLst/>
                <a:cxnLst/>
                <a:rect l="l" t="t" r="r" b="b"/>
                <a:pathLst>
                  <a:path w="6350000" h="6349974">
                    <a:moveTo>
                      <a:pt x="6350000" y="3175025"/>
                    </a:moveTo>
                    <a:cubicBezTo>
                      <a:pt x="6350000" y="4928451"/>
                      <a:pt x="4928476" y="6349974"/>
                      <a:pt x="3175000" y="6349974"/>
                    </a:cubicBezTo>
                    <a:cubicBezTo>
                      <a:pt x="1421498" y="6349974"/>
                      <a:pt x="0" y="4928451"/>
                      <a:pt x="0" y="3175025"/>
                    </a:cubicBezTo>
                    <a:cubicBezTo>
                      <a:pt x="0" y="1421511"/>
                      <a:pt x="1421498" y="0"/>
                      <a:pt x="3175000" y="0"/>
                    </a:cubicBezTo>
                    <a:cubicBezTo>
                      <a:pt x="4928501" y="0"/>
                      <a:pt x="6350000" y="1421511"/>
                      <a:pt x="6350000" y="3175025"/>
                    </a:cubicBezTo>
                    <a:close/>
                  </a:path>
                </a:pathLst>
              </a:custGeom>
              <a:blipFill>
                <a:blip r:embed="rId7"/>
                <a:stretch>
                  <a:fillRect l="-11689" t="-17812" r="-21152" b="-15029"/>
                </a:stretch>
              </a:blipFill>
            </p:spPr>
            <p:txBody>
              <a:bodyPr/>
              <a:lstStyle>
                <a:defPPr>
                  <a:defRPr lang="en-US"/>
                </a:defPPr>
                <a:lvl1pPr marL="0" algn="l" defTabSz="609539" rtl="0" eaLnBrk="1" latinLnBrk="0" hangingPunct="1"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304770" algn="l" defTabSz="609539" rtl="0" eaLnBrk="1" latinLnBrk="0" hangingPunct="1"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609539" algn="l" defTabSz="609539" rtl="0" eaLnBrk="1" latinLnBrk="0" hangingPunct="1"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914309" algn="l" defTabSz="609539" rtl="0" eaLnBrk="1" latinLnBrk="0" hangingPunct="1"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219078" algn="l" defTabSz="609539" rtl="0" eaLnBrk="1" latinLnBrk="0" hangingPunct="1"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523848" algn="l" defTabSz="609539" rtl="0" eaLnBrk="1" latinLnBrk="0" hangingPunct="1"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1828617" algn="l" defTabSz="609539" rtl="0" eaLnBrk="1" latinLnBrk="0" hangingPunct="1"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133387" algn="l" defTabSz="609539" rtl="0" eaLnBrk="1" latinLnBrk="0" hangingPunct="1"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2438156" algn="l" defTabSz="609539" rtl="0" eaLnBrk="1" latinLnBrk="0" hangingPunct="1"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60963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AE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  <p:pic>
          <p:nvPicPr>
            <p:cNvPr id="1026" name="Picture 2" descr="Technical University of Munich, Germany | Courses, Fees, Eligibility ...">
              <a:extLst>
                <a:ext uri="{FF2B5EF4-FFF2-40B4-BE49-F238E27FC236}">
                  <a16:creationId xmlns:a16="http://schemas.microsoft.com/office/drawing/2014/main" id="{612423F3-CBED-B1E0-266E-DFFBFE7382C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510025" y="7263952"/>
              <a:ext cx="1301658" cy="130165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1030" name="Picture 6" descr="Nutan College of Engineering and Research: Courses, Fees, Admission ...">
            <a:extLst>
              <a:ext uri="{FF2B5EF4-FFF2-40B4-BE49-F238E27FC236}">
                <a16:creationId xmlns:a16="http://schemas.microsoft.com/office/drawing/2014/main" id="{9F367E43-0874-5CED-5E1D-793E49A3D1A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59313" y="3632200"/>
            <a:ext cx="1228247" cy="1200333"/>
          </a:xfrm>
          <a:prstGeom prst="flowChartConnector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PATTS College of Aeronautics">
            <a:extLst>
              <a:ext uri="{FF2B5EF4-FFF2-40B4-BE49-F238E27FC236}">
                <a16:creationId xmlns:a16="http://schemas.microsoft.com/office/drawing/2014/main" id="{A70E9B38-6B89-D94F-24A6-ED085F3FD95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32286" y="3632200"/>
            <a:ext cx="1241430" cy="1200333"/>
          </a:xfrm>
          <a:prstGeom prst="flowChartConnector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6" name="Picture 12" descr="Free IIT Madras Indian Institute of Technology Madras Logo Vector ...">
            <a:extLst>
              <a:ext uri="{FF2B5EF4-FFF2-40B4-BE49-F238E27FC236}">
                <a16:creationId xmlns:a16="http://schemas.microsoft.com/office/drawing/2014/main" id="{4FBE9BF6-047A-44F6-534C-FB93DB22301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532" t="15597" r="24267" b="16189"/>
          <a:stretch>
            <a:fillRect/>
          </a:stretch>
        </p:blipFill>
        <p:spPr bwMode="auto">
          <a:xfrm>
            <a:off x="6810014" y="3632199"/>
            <a:ext cx="1157679" cy="1157679"/>
          </a:xfrm>
          <a:prstGeom prst="flowChartConnector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5" name="Group 5"/>
          <p:cNvGrpSpPr>
            <a:grpSpLocks noChangeAspect="1"/>
          </p:cNvGrpSpPr>
          <p:nvPr/>
        </p:nvGrpSpPr>
        <p:grpSpPr>
          <a:xfrm>
            <a:off x="3911601" y="1336664"/>
            <a:ext cx="2100627" cy="2100620"/>
            <a:chOff x="0" y="0"/>
            <a:chExt cx="6350000" cy="6349975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6350000" cy="6349974"/>
            </a:xfrm>
            <a:custGeom>
              <a:avLst/>
              <a:gdLst/>
              <a:ahLst/>
              <a:cxnLst/>
              <a:rect l="l" t="t" r="r" b="b"/>
              <a:pathLst>
                <a:path w="6350000" h="6349974">
                  <a:moveTo>
                    <a:pt x="6350000" y="3175025"/>
                  </a:moveTo>
                  <a:cubicBezTo>
                    <a:pt x="6350000" y="4928451"/>
                    <a:pt x="4928476" y="6349974"/>
                    <a:pt x="3175000" y="6349974"/>
                  </a:cubicBezTo>
                  <a:cubicBezTo>
                    <a:pt x="1421498" y="6349974"/>
                    <a:pt x="0" y="4928451"/>
                    <a:pt x="0" y="3175025"/>
                  </a:cubicBezTo>
                  <a:cubicBezTo>
                    <a:pt x="0" y="1421511"/>
                    <a:pt x="1421498" y="0"/>
                    <a:pt x="3175000" y="0"/>
                  </a:cubicBezTo>
                  <a:cubicBezTo>
                    <a:pt x="4928501" y="0"/>
                    <a:pt x="6350000" y="1421511"/>
                    <a:pt x="6350000" y="3175025"/>
                  </a:cubicBezTo>
                  <a:close/>
                </a:path>
              </a:pathLst>
            </a:custGeom>
            <a:blipFill>
              <a:blip r:embed="rId12"/>
              <a:stretch>
                <a:fillRect l="-57515" r="-57515"/>
              </a:stretch>
            </a:blipFill>
          </p:spPr>
          <p:txBody>
            <a:bodyPr/>
            <a:lstStyle>
              <a:defPPr>
                <a:defRPr lang="en-US"/>
              </a:defPPr>
              <a:lvl1pPr marL="0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04770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09539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914309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219078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523848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828617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133387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438156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60963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AE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7" name="Group 7"/>
          <p:cNvGrpSpPr>
            <a:grpSpLocks noChangeAspect="1"/>
          </p:cNvGrpSpPr>
          <p:nvPr/>
        </p:nvGrpSpPr>
        <p:grpSpPr>
          <a:xfrm>
            <a:off x="6179311" y="1320501"/>
            <a:ext cx="2097175" cy="2097167"/>
            <a:chOff x="0" y="0"/>
            <a:chExt cx="6350000" cy="6349975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6350000" cy="6349974"/>
            </a:xfrm>
            <a:custGeom>
              <a:avLst/>
              <a:gdLst/>
              <a:ahLst/>
              <a:cxnLst/>
              <a:rect l="l" t="t" r="r" b="b"/>
              <a:pathLst>
                <a:path w="6350000" h="6349974">
                  <a:moveTo>
                    <a:pt x="6350000" y="3175025"/>
                  </a:moveTo>
                  <a:cubicBezTo>
                    <a:pt x="6350000" y="4928451"/>
                    <a:pt x="4928476" y="6349974"/>
                    <a:pt x="3175000" y="6349974"/>
                  </a:cubicBezTo>
                  <a:cubicBezTo>
                    <a:pt x="1421498" y="6349974"/>
                    <a:pt x="0" y="4928451"/>
                    <a:pt x="0" y="3175025"/>
                  </a:cubicBezTo>
                  <a:cubicBezTo>
                    <a:pt x="0" y="1421511"/>
                    <a:pt x="1421498" y="0"/>
                    <a:pt x="3175000" y="0"/>
                  </a:cubicBezTo>
                  <a:cubicBezTo>
                    <a:pt x="4928501" y="0"/>
                    <a:pt x="6350000" y="1421511"/>
                    <a:pt x="6350000" y="3175025"/>
                  </a:cubicBezTo>
                  <a:close/>
                </a:path>
              </a:pathLst>
            </a:custGeom>
            <a:blipFill>
              <a:blip r:embed="rId13"/>
              <a:stretch>
                <a:fillRect/>
              </a:stretch>
            </a:blipFill>
          </p:spPr>
          <p:txBody>
            <a:bodyPr/>
            <a:lstStyle>
              <a:defPPr>
                <a:defRPr lang="en-US"/>
              </a:defPPr>
              <a:lvl1pPr marL="0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04770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09539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914309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219078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523848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828617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133387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438156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60963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AE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F3FF9018-FC54-7C70-E6B9-CB56E7C7ABF7}"/>
              </a:ext>
            </a:extLst>
          </p:cNvPr>
          <p:cNvSpPr/>
          <p:nvPr/>
        </p:nvSpPr>
        <p:spPr>
          <a:xfrm>
            <a:off x="-190500" y="504671"/>
            <a:ext cx="4391026" cy="684362"/>
          </a:xfrm>
          <a:prstGeom prst="roundRect">
            <a:avLst/>
          </a:prstGeom>
          <a:solidFill>
            <a:srgbClr val="999EA2">
              <a:alpha val="49000"/>
            </a:srgbClr>
          </a:solidFill>
          <a:ln w="1905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2D8001B5-B032-AE9B-B0CF-6B7821069664}"/>
              </a:ext>
            </a:extLst>
          </p:cNvPr>
          <p:cNvSpPr txBox="1">
            <a:spLocks/>
          </p:cNvSpPr>
          <p:nvPr/>
        </p:nvSpPr>
        <p:spPr>
          <a:xfrm>
            <a:off x="268225" y="504671"/>
            <a:ext cx="3664077" cy="68436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i="0" kern="1200">
                <a:solidFill>
                  <a:srgbClr val="003478"/>
                </a:solidFill>
                <a:latin typeface="+mn-lt"/>
                <a:ea typeface="+mj-ea"/>
                <a:cs typeface="Arial" panose="020B0604020202020204" pitchFamily="34" charset="0"/>
              </a:defRPr>
            </a:lvl1pPr>
          </a:lstStyle>
          <a:p>
            <a:pPr algn="ctr">
              <a:defRPr/>
            </a:pPr>
            <a:r>
              <a:rPr lang="en-US" sz="3600">
                <a:solidFill>
                  <a:sysClr val="window" lastClr="FFFFFF"/>
                </a:solidFill>
                <a:effectLst>
                  <a:outerShdw blurRad="50800" dist="38100" algn="l" rotWithShape="0">
                    <a:prstClr val="black">
                      <a:alpha val="40000"/>
                    </a:prstClr>
                  </a:outerShdw>
                </a:effectLst>
                <a:latin typeface="Aptos"/>
                <a:cs typeface="Arial"/>
              </a:rPr>
              <a:t>Universities</a:t>
            </a:r>
            <a:endParaRPr lang="en-US" sz="3600" dirty="0">
              <a:solidFill>
                <a:sysClr val="window" lastClr="FFFFFF"/>
              </a:solidFill>
              <a:effectLst>
                <a:outerShdw blurRad="50800" dist="38100" algn="l" rotWithShape="0">
                  <a:prstClr val="black">
                    <a:alpha val="40000"/>
                  </a:prstClr>
                </a:outerShdw>
              </a:effectLst>
              <a:latin typeface="Aptos"/>
            </a:endParaRPr>
          </a:p>
        </p:txBody>
      </p:sp>
      <p:sp>
        <p:nvSpPr>
          <p:cNvPr id="12" name="Title 11">
            <a:extLst>
              <a:ext uri="{FF2B5EF4-FFF2-40B4-BE49-F238E27FC236}">
                <a16:creationId xmlns:a16="http://schemas.microsoft.com/office/drawing/2014/main" id="{D6B66008-63DB-94AB-6822-50D33012EC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627319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5396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54D6B84-6CB8-BB10-E910-0980371291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Group 21">
            <a:extLst>
              <a:ext uri="{FF2B5EF4-FFF2-40B4-BE49-F238E27FC236}">
                <a16:creationId xmlns:a16="http://schemas.microsoft.com/office/drawing/2014/main" id="{9D603734-D473-BFAB-0C33-8C7C59D71FFC}"/>
              </a:ext>
            </a:extLst>
          </p:cNvPr>
          <p:cNvGrpSpPr>
            <a:grpSpLocks noChangeAspect="1"/>
          </p:cNvGrpSpPr>
          <p:nvPr/>
        </p:nvGrpSpPr>
        <p:grpSpPr>
          <a:xfrm>
            <a:off x="6820201" y="1387715"/>
            <a:ext cx="1156408" cy="1156404"/>
            <a:chOff x="13571334" y="7771272"/>
            <a:chExt cx="6350000" cy="6349975"/>
          </a:xfrm>
        </p:grpSpPr>
        <p:sp>
          <p:nvSpPr>
            <p:cNvPr id="22" name="Freeform 22">
              <a:extLst>
                <a:ext uri="{FF2B5EF4-FFF2-40B4-BE49-F238E27FC236}">
                  <a16:creationId xmlns:a16="http://schemas.microsoft.com/office/drawing/2014/main" id="{6AB7FA5B-A6E7-449D-4649-9ABB0DA1D651}"/>
                </a:ext>
              </a:extLst>
            </p:cNvPr>
            <p:cNvSpPr/>
            <p:nvPr/>
          </p:nvSpPr>
          <p:spPr>
            <a:xfrm>
              <a:off x="13571334" y="7771272"/>
              <a:ext cx="6350000" cy="6349975"/>
            </a:xfrm>
            <a:custGeom>
              <a:avLst/>
              <a:gdLst/>
              <a:ahLst/>
              <a:cxnLst/>
              <a:rect l="l" t="t" r="r" b="b"/>
              <a:pathLst>
                <a:path w="6350000" h="6349974">
                  <a:moveTo>
                    <a:pt x="6350000" y="3175025"/>
                  </a:moveTo>
                  <a:cubicBezTo>
                    <a:pt x="6350000" y="4928451"/>
                    <a:pt x="4928476" y="6349974"/>
                    <a:pt x="3175000" y="6349974"/>
                  </a:cubicBezTo>
                  <a:cubicBezTo>
                    <a:pt x="1421498" y="6349974"/>
                    <a:pt x="0" y="4928451"/>
                    <a:pt x="0" y="3175025"/>
                  </a:cubicBezTo>
                  <a:cubicBezTo>
                    <a:pt x="0" y="1421511"/>
                    <a:pt x="1421498" y="0"/>
                    <a:pt x="3175000" y="0"/>
                  </a:cubicBezTo>
                  <a:cubicBezTo>
                    <a:pt x="4928501" y="0"/>
                    <a:pt x="6350000" y="1421511"/>
                    <a:pt x="6350000" y="3175025"/>
                  </a:cubicBez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  <p:txBody>
            <a:bodyPr/>
            <a:lstStyle>
              <a:defPPr>
                <a:defRPr lang="en-US"/>
              </a:defPPr>
              <a:lvl1pPr marL="0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04770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09539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914309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219078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523848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828617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133387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438156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60963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AE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33" name="Group 33">
            <a:extLst>
              <a:ext uri="{FF2B5EF4-FFF2-40B4-BE49-F238E27FC236}">
                <a16:creationId xmlns:a16="http://schemas.microsoft.com/office/drawing/2014/main" id="{EAA1F90C-7386-6514-C246-93590C248129}"/>
              </a:ext>
            </a:extLst>
          </p:cNvPr>
          <p:cNvGrpSpPr>
            <a:grpSpLocks noChangeAspect="1"/>
          </p:cNvGrpSpPr>
          <p:nvPr/>
        </p:nvGrpSpPr>
        <p:grpSpPr>
          <a:xfrm>
            <a:off x="618598" y="2609733"/>
            <a:ext cx="1155920" cy="1155915"/>
            <a:chOff x="-20208412" y="-7649986"/>
            <a:chExt cx="6350000" cy="6349975"/>
          </a:xfrm>
        </p:grpSpPr>
        <p:sp>
          <p:nvSpPr>
            <p:cNvPr id="34" name="Freeform 34">
              <a:extLst>
                <a:ext uri="{FF2B5EF4-FFF2-40B4-BE49-F238E27FC236}">
                  <a16:creationId xmlns:a16="http://schemas.microsoft.com/office/drawing/2014/main" id="{6C84BE5B-78F3-318C-4475-4DA2C2944DCE}"/>
                </a:ext>
              </a:extLst>
            </p:cNvPr>
            <p:cNvSpPr/>
            <p:nvPr/>
          </p:nvSpPr>
          <p:spPr>
            <a:xfrm>
              <a:off x="-20208412" y="-7649986"/>
              <a:ext cx="6350000" cy="6349975"/>
            </a:xfrm>
            <a:custGeom>
              <a:avLst/>
              <a:gdLst/>
              <a:ahLst/>
              <a:cxnLst/>
              <a:rect l="l" t="t" r="r" b="b"/>
              <a:pathLst>
                <a:path w="6350000" h="6349974">
                  <a:moveTo>
                    <a:pt x="6350000" y="3175025"/>
                  </a:moveTo>
                  <a:cubicBezTo>
                    <a:pt x="6350000" y="4928451"/>
                    <a:pt x="4928476" y="6349974"/>
                    <a:pt x="3175000" y="6349974"/>
                  </a:cubicBezTo>
                  <a:cubicBezTo>
                    <a:pt x="1421498" y="6349974"/>
                    <a:pt x="0" y="4928451"/>
                    <a:pt x="0" y="3175025"/>
                  </a:cubicBezTo>
                  <a:cubicBezTo>
                    <a:pt x="0" y="1421511"/>
                    <a:pt x="1421498" y="0"/>
                    <a:pt x="3175000" y="0"/>
                  </a:cubicBezTo>
                  <a:cubicBezTo>
                    <a:pt x="4928501" y="0"/>
                    <a:pt x="6350000" y="1421511"/>
                    <a:pt x="6350000" y="3175025"/>
                  </a:cubicBez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  <p:txBody>
            <a:bodyPr/>
            <a:lstStyle>
              <a:defPPr>
                <a:defRPr lang="en-US"/>
              </a:defPPr>
              <a:lvl1pPr marL="0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04770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09539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914309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219078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523848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828617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133387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438156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60963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AE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24DA9C48-40C4-D2B3-1AEC-9649F4F1504D}"/>
              </a:ext>
            </a:extLst>
          </p:cNvPr>
          <p:cNvGrpSpPr>
            <a:grpSpLocks noChangeAspect="1"/>
          </p:cNvGrpSpPr>
          <p:nvPr/>
        </p:nvGrpSpPr>
        <p:grpSpPr>
          <a:xfrm>
            <a:off x="618598" y="1386257"/>
            <a:ext cx="1159326" cy="1159322"/>
            <a:chOff x="0" y="0"/>
            <a:chExt cx="6350000" cy="6349975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E2E11BF-4B25-30E9-46AB-0941B4B45658}"/>
                </a:ext>
              </a:extLst>
            </p:cNvPr>
            <p:cNvSpPr/>
            <p:nvPr/>
          </p:nvSpPr>
          <p:spPr>
            <a:xfrm>
              <a:off x="0" y="0"/>
              <a:ext cx="6350000" cy="6349974"/>
            </a:xfrm>
            <a:custGeom>
              <a:avLst/>
              <a:gdLst/>
              <a:ahLst/>
              <a:cxnLst/>
              <a:rect l="l" t="t" r="r" b="b"/>
              <a:pathLst>
                <a:path w="6350000" h="6349974">
                  <a:moveTo>
                    <a:pt x="6350000" y="3175025"/>
                  </a:moveTo>
                  <a:cubicBezTo>
                    <a:pt x="6350000" y="4928451"/>
                    <a:pt x="4928476" y="6349974"/>
                    <a:pt x="3175000" y="6349974"/>
                  </a:cubicBezTo>
                  <a:cubicBezTo>
                    <a:pt x="1421498" y="6349974"/>
                    <a:pt x="0" y="4928451"/>
                    <a:pt x="0" y="3175025"/>
                  </a:cubicBezTo>
                  <a:cubicBezTo>
                    <a:pt x="0" y="1421511"/>
                    <a:pt x="1421498" y="0"/>
                    <a:pt x="3175000" y="0"/>
                  </a:cubicBezTo>
                  <a:cubicBezTo>
                    <a:pt x="4928501" y="0"/>
                    <a:pt x="6350000" y="1421511"/>
                    <a:pt x="6350000" y="3175025"/>
                  </a:cubicBezTo>
                  <a:close/>
                </a:path>
              </a:pathLst>
            </a:custGeom>
            <a:blipFill>
              <a:blip r:embed="rId4"/>
              <a:stretch>
                <a:fillRect l="-57515" r="-57515"/>
              </a:stretch>
            </a:blipFill>
          </p:spPr>
          <p:txBody>
            <a:bodyPr/>
            <a:lstStyle>
              <a:defPPr>
                <a:defRPr lang="en-US"/>
              </a:defPPr>
              <a:lvl1pPr marL="0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04770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09539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914309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219078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523848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828617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133387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438156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60963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AE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7" name="Group 7">
            <a:extLst>
              <a:ext uri="{FF2B5EF4-FFF2-40B4-BE49-F238E27FC236}">
                <a16:creationId xmlns:a16="http://schemas.microsoft.com/office/drawing/2014/main" id="{8506CE10-00D3-6F54-EEF9-117AEDEA075F}"/>
              </a:ext>
            </a:extLst>
          </p:cNvPr>
          <p:cNvGrpSpPr>
            <a:grpSpLocks noChangeAspect="1"/>
          </p:cNvGrpSpPr>
          <p:nvPr/>
        </p:nvGrpSpPr>
        <p:grpSpPr>
          <a:xfrm>
            <a:off x="1848975" y="1386797"/>
            <a:ext cx="1158245" cy="1158240"/>
            <a:chOff x="0" y="0"/>
            <a:chExt cx="6350000" cy="6349975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29903912-6AA1-C37E-FFF5-C4CF75E3FF81}"/>
                </a:ext>
              </a:extLst>
            </p:cNvPr>
            <p:cNvSpPr/>
            <p:nvPr/>
          </p:nvSpPr>
          <p:spPr>
            <a:xfrm>
              <a:off x="0" y="0"/>
              <a:ext cx="6350000" cy="6349974"/>
            </a:xfrm>
            <a:custGeom>
              <a:avLst/>
              <a:gdLst/>
              <a:ahLst/>
              <a:cxnLst/>
              <a:rect l="l" t="t" r="r" b="b"/>
              <a:pathLst>
                <a:path w="6350000" h="6349974">
                  <a:moveTo>
                    <a:pt x="6350000" y="3175025"/>
                  </a:moveTo>
                  <a:cubicBezTo>
                    <a:pt x="6350000" y="4928451"/>
                    <a:pt x="4928476" y="6349974"/>
                    <a:pt x="3175000" y="6349974"/>
                  </a:cubicBezTo>
                  <a:cubicBezTo>
                    <a:pt x="1421498" y="6349974"/>
                    <a:pt x="0" y="4928451"/>
                    <a:pt x="0" y="3175025"/>
                  </a:cubicBezTo>
                  <a:cubicBezTo>
                    <a:pt x="0" y="1421511"/>
                    <a:pt x="1421498" y="0"/>
                    <a:pt x="3175000" y="0"/>
                  </a:cubicBezTo>
                  <a:cubicBezTo>
                    <a:pt x="4928501" y="0"/>
                    <a:pt x="6350000" y="1421511"/>
                    <a:pt x="6350000" y="3175025"/>
                  </a:cubicBez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</p:spPr>
          <p:txBody>
            <a:bodyPr/>
            <a:lstStyle>
              <a:defPPr>
                <a:defRPr lang="en-US"/>
              </a:defPPr>
              <a:lvl1pPr marL="0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04770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09539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914309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219078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523848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828617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133387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438156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60963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AE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pic>
        <p:nvPicPr>
          <p:cNvPr id="2050" name="Picture 2" descr="Strata Manufacturing Career: Working at Strata Manufacturing | Glassdoor">
            <a:extLst>
              <a:ext uri="{FF2B5EF4-FFF2-40B4-BE49-F238E27FC236}">
                <a16:creationId xmlns:a16="http://schemas.microsoft.com/office/drawing/2014/main" id="{ECE7CFFC-3E51-5005-C7C8-08FF312BD57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78270" y="1394417"/>
            <a:ext cx="1143000" cy="1143000"/>
          </a:xfrm>
          <a:prstGeom prst="flowChartConnector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adnoc-logo | VBG Intech">
            <a:extLst>
              <a:ext uri="{FF2B5EF4-FFF2-40B4-BE49-F238E27FC236}">
                <a16:creationId xmlns:a16="http://schemas.microsoft.com/office/drawing/2014/main" id="{001CAEC3-D053-E76D-5828-B7360DA82FD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92321" y="1386797"/>
            <a:ext cx="1224725" cy="1158240"/>
          </a:xfrm>
          <a:prstGeom prst="flowChartConnector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6" name="Picture 8" descr="‏Hourglass Business Services‏ | LinkedIn">
            <a:extLst>
              <a:ext uri="{FF2B5EF4-FFF2-40B4-BE49-F238E27FC236}">
                <a16:creationId xmlns:a16="http://schemas.microsoft.com/office/drawing/2014/main" id="{D849EA37-CEBD-0359-6415-440843E8DDE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47660" y="1394417"/>
            <a:ext cx="1143000" cy="1143000"/>
          </a:xfrm>
          <a:prstGeom prst="flowChartConnector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8" name="Picture 10" descr="Zayed Military Hospital First to Grant UAE Board Accredited Programs ...">
            <a:extLst>
              <a:ext uri="{FF2B5EF4-FFF2-40B4-BE49-F238E27FC236}">
                <a16:creationId xmlns:a16="http://schemas.microsoft.com/office/drawing/2014/main" id="{B540AF6B-6AA7-3691-0A10-40DE60E5DA7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400" r="8400"/>
          <a:stretch>
            <a:fillRect/>
          </a:stretch>
        </p:blipFill>
        <p:spPr bwMode="auto">
          <a:xfrm>
            <a:off x="9261711" y="1386797"/>
            <a:ext cx="1158240" cy="1158240"/>
          </a:xfrm>
          <a:prstGeom prst="flowChartConnector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3" name="Group 12">
            <a:extLst>
              <a:ext uri="{FF2B5EF4-FFF2-40B4-BE49-F238E27FC236}">
                <a16:creationId xmlns:a16="http://schemas.microsoft.com/office/drawing/2014/main" id="{6ED42660-8F74-D4D6-CB61-A99ED89312D5}"/>
              </a:ext>
            </a:extLst>
          </p:cNvPr>
          <p:cNvGrpSpPr/>
          <p:nvPr/>
        </p:nvGrpSpPr>
        <p:grpSpPr>
          <a:xfrm>
            <a:off x="9163629" y="2578581"/>
            <a:ext cx="1259840" cy="1218219"/>
            <a:chOff x="16002000" y="706647"/>
            <a:chExt cx="1889760" cy="1827329"/>
          </a:xfrm>
        </p:grpSpPr>
        <p:sp>
          <p:nvSpPr>
            <p:cNvPr id="11" name="Flowchart: Connector 10">
              <a:extLst>
                <a:ext uri="{FF2B5EF4-FFF2-40B4-BE49-F238E27FC236}">
                  <a16:creationId xmlns:a16="http://schemas.microsoft.com/office/drawing/2014/main" id="{E4059C68-BF14-CCC8-89D3-237CECEBD534}"/>
                </a:ext>
              </a:extLst>
            </p:cNvPr>
            <p:cNvSpPr/>
            <p:nvPr/>
          </p:nvSpPr>
          <p:spPr>
            <a:xfrm>
              <a:off x="16002000" y="796616"/>
              <a:ext cx="1737360" cy="1737360"/>
            </a:xfrm>
            <a:prstGeom prst="flowChartConnector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04770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09539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914309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219078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523848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828617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133387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438156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800"/>
            </a:p>
          </p:txBody>
        </p:sp>
        <p:pic>
          <p:nvPicPr>
            <p:cNvPr id="2060" name="Picture 12" descr="Abdullah Al Ghurair Foundation - HTUx">
              <a:extLst>
                <a:ext uri="{FF2B5EF4-FFF2-40B4-BE49-F238E27FC236}">
                  <a16:creationId xmlns:a16="http://schemas.microsoft.com/office/drawing/2014/main" id="{24F53956-F3CE-8781-CDDA-3DA1B31753B6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1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5590"/>
            <a:stretch>
              <a:fillRect/>
            </a:stretch>
          </p:blipFill>
          <p:spPr bwMode="auto">
            <a:xfrm>
              <a:off x="16154400" y="1335355"/>
              <a:ext cx="1737360" cy="113982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2" name="Picture 12" descr="Abdullah Al Ghurair Foundation - HTUx">
              <a:extLst>
                <a:ext uri="{FF2B5EF4-FFF2-40B4-BE49-F238E27FC236}">
                  <a16:creationId xmlns:a16="http://schemas.microsoft.com/office/drawing/2014/main" id="{0C402017-47DC-F2C0-F0D0-CDEA3CED1905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1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64773"/>
            <a:stretch>
              <a:fillRect/>
            </a:stretch>
          </p:blipFill>
          <p:spPr bwMode="auto">
            <a:xfrm>
              <a:off x="16270996" y="706647"/>
              <a:ext cx="950204" cy="113982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2062" name="Picture 14" descr="A Guide to TAMM Abu Dhabi Government Services - MyBayut">
            <a:extLst>
              <a:ext uri="{FF2B5EF4-FFF2-40B4-BE49-F238E27FC236}">
                <a16:creationId xmlns:a16="http://schemas.microsoft.com/office/drawing/2014/main" id="{DA9DB23A-9EF7-5F23-F4F4-1FD06E78C60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750" r="18750"/>
          <a:stretch>
            <a:fillRect/>
          </a:stretch>
        </p:blipFill>
        <p:spPr bwMode="auto">
          <a:xfrm>
            <a:off x="7947193" y="2608570"/>
            <a:ext cx="1158240" cy="1158240"/>
          </a:xfrm>
          <a:prstGeom prst="flowChartConnector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64" name="Picture 16" descr="GAL Jobs | Careers - UAE - 2026">
            <a:extLst>
              <a:ext uri="{FF2B5EF4-FFF2-40B4-BE49-F238E27FC236}">
                <a16:creationId xmlns:a16="http://schemas.microsoft.com/office/drawing/2014/main" id="{3FD386D2-002E-BE51-623D-85FFBA3C13D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30758" y="2608570"/>
            <a:ext cx="1158240" cy="1158240"/>
          </a:xfrm>
          <a:prstGeom prst="flowChartConnector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5" name="Group 14">
            <a:extLst>
              <a:ext uri="{FF2B5EF4-FFF2-40B4-BE49-F238E27FC236}">
                <a16:creationId xmlns:a16="http://schemas.microsoft.com/office/drawing/2014/main" id="{A9B6BF12-505F-E825-ED43-C7EE416E533B}"/>
              </a:ext>
            </a:extLst>
          </p:cNvPr>
          <p:cNvGrpSpPr/>
          <p:nvPr/>
        </p:nvGrpSpPr>
        <p:grpSpPr>
          <a:xfrm>
            <a:off x="5514323" y="2608570"/>
            <a:ext cx="1158240" cy="1158240"/>
            <a:chOff x="7239000" y="7481879"/>
            <a:chExt cx="1737360" cy="1737360"/>
          </a:xfrm>
        </p:grpSpPr>
        <p:sp>
          <p:nvSpPr>
            <p:cNvPr id="14" name="Flowchart: Connector 13">
              <a:extLst>
                <a:ext uri="{FF2B5EF4-FFF2-40B4-BE49-F238E27FC236}">
                  <a16:creationId xmlns:a16="http://schemas.microsoft.com/office/drawing/2014/main" id="{084FDD29-F829-E54B-A211-DC0847A70CBD}"/>
                </a:ext>
              </a:extLst>
            </p:cNvPr>
            <p:cNvSpPr/>
            <p:nvPr/>
          </p:nvSpPr>
          <p:spPr>
            <a:xfrm>
              <a:off x="7239000" y="7481879"/>
              <a:ext cx="1737360" cy="1737360"/>
            </a:xfrm>
            <a:prstGeom prst="flowChartConnector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04770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09539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914309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219078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523848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828617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133387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438156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800"/>
            </a:p>
          </p:txBody>
        </p:sp>
        <p:pic>
          <p:nvPicPr>
            <p:cNvPr id="2066" name="Picture 18" descr="RISETech | Software Solutions - Software Applications Developer">
              <a:extLst>
                <a:ext uri="{FF2B5EF4-FFF2-40B4-BE49-F238E27FC236}">
                  <a16:creationId xmlns:a16="http://schemas.microsoft.com/office/drawing/2014/main" id="{BD10D64C-3038-F114-3362-F7E3FCDC8AF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349143" y="7984075"/>
              <a:ext cx="1517073" cy="73296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2068" name="Picture 20" descr="VentureSouq - Venture Capital in Abu Dhabi">
            <a:extLst>
              <a:ext uri="{FF2B5EF4-FFF2-40B4-BE49-F238E27FC236}">
                <a16:creationId xmlns:a16="http://schemas.microsoft.com/office/drawing/2014/main" id="{D1FF6F87-6E98-E449-8545-F5151534B5D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97887" y="2608570"/>
            <a:ext cx="1158240" cy="1158240"/>
          </a:xfrm>
          <a:prstGeom prst="flowChartConnector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7" name="Group 16">
            <a:extLst>
              <a:ext uri="{FF2B5EF4-FFF2-40B4-BE49-F238E27FC236}">
                <a16:creationId xmlns:a16="http://schemas.microsoft.com/office/drawing/2014/main" id="{6FA337E2-9EE4-2A5A-A401-C89AE5687A78}"/>
              </a:ext>
            </a:extLst>
          </p:cNvPr>
          <p:cNvGrpSpPr/>
          <p:nvPr/>
        </p:nvGrpSpPr>
        <p:grpSpPr>
          <a:xfrm>
            <a:off x="3049149" y="2608570"/>
            <a:ext cx="1190543" cy="1158240"/>
            <a:chOff x="4543865" y="5481611"/>
            <a:chExt cx="1785815" cy="1737360"/>
          </a:xfrm>
        </p:grpSpPr>
        <p:sp>
          <p:nvSpPr>
            <p:cNvPr id="16" name="Flowchart: Connector 15">
              <a:extLst>
                <a:ext uri="{FF2B5EF4-FFF2-40B4-BE49-F238E27FC236}">
                  <a16:creationId xmlns:a16="http://schemas.microsoft.com/office/drawing/2014/main" id="{0C49BD18-6A6B-76D0-A6E6-C08B695E4FE8}"/>
                </a:ext>
              </a:extLst>
            </p:cNvPr>
            <p:cNvSpPr/>
            <p:nvPr/>
          </p:nvSpPr>
          <p:spPr>
            <a:xfrm>
              <a:off x="4592320" y="5481611"/>
              <a:ext cx="1737360" cy="1737360"/>
            </a:xfrm>
            <a:prstGeom prst="flowChartConnector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04770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09539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914309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219078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523848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828617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133387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438156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800"/>
            </a:p>
          </p:txBody>
        </p:sp>
        <p:pic>
          <p:nvPicPr>
            <p:cNvPr id="2070" name="Picture 22" descr="ZenithAir-logo - Philjets">
              <a:extLst>
                <a:ext uri="{FF2B5EF4-FFF2-40B4-BE49-F238E27FC236}">
                  <a16:creationId xmlns:a16="http://schemas.microsoft.com/office/drawing/2014/main" id="{43D5F016-9B42-FB67-E9F0-0124F308139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543865" y="5941220"/>
              <a:ext cx="1785815" cy="84285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2074" name="Picture 26" descr="DHL Logo -Logo Brands For Free HD 3D">
            <a:extLst>
              <a:ext uri="{FF2B5EF4-FFF2-40B4-BE49-F238E27FC236}">
                <a16:creationId xmlns:a16="http://schemas.microsoft.com/office/drawing/2014/main" id="{83C71794-CC68-5908-B326-4F9F067FCC9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864" t="359" r="14066" b="359"/>
          <a:stretch>
            <a:fillRect/>
          </a:stretch>
        </p:blipFill>
        <p:spPr bwMode="auto">
          <a:xfrm>
            <a:off x="1832713" y="2608570"/>
            <a:ext cx="1158240" cy="1158240"/>
          </a:xfrm>
          <a:prstGeom prst="flowChartConnector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76" name="Picture 28" descr="Google AI Hackathon: Build a creative app that uses Google’s Generative ...">
            <a:extLst>
              <a:ext uri="{FF2B5EF4-FFF2-40B4-BE49-F238E27FC236}">
                <a16:creationId xmlns:a16="http://schemas.microsoft.com/office/drawing/2014/main" id="{DD5B0EE8-F7E9-1C96-C1D4-30595F798C7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9141" y="3837829"/>
            <a:ext cx="1158240" cy="1158240"/>
          </a:xfrm>
          <a:prstGeom prst="flowChartConnector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3" name="Group 22">
            <a:extLst>
              <a:ext uri="{FF2B5EF4-FFF2-40B4-BE49-F238E27FC236}">
                <a16:creationId xmlns:a16="http://schemas.microsoft.com/office/drawing/2014/main" id="{4079297D-E71D-4FF5-446F-70E467DB6C2E}"/>
              </a:ext>
            </a:extLst>
          </p:cNvPr>
          <p:cNvGrpSpPr/>
          <p:nvPr/>
        </p:nvGrpSpPr>
        <p:grpSpPr>
          <a:xfrm>
            <a:off x="1852545" y="3835520"/>
            <a:ext cx="1162863" cy="1162858"/>
            <a:chOff x="2737882" y="7381318"/>
            <a:chExt cx="1744294" cy="1744287"/>
          </a:xfrm>
        </p:grpSpPr>
        <p:grpSp>
          <p:nvGrpSpPr>
            <p:cNvPr id="19" name="Group 7">
              <a:extLst>
                <a:ext uri="{FF2B5EF4-FFF2-40B4-BE49-F238E27FC236}">
                  <a16:creationId xmlns:a16="http://schemas.microsoft.com/office/drawing/2014/main" id="{30404CBE-C5E3-16BD-CBBE-2079EDE99BE9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2744809" y="7381318"/>
              <a:ext cx="1737367" cy="1737360"/>
              <a:chOff x="0" y="0"/>
              <a:chExt cx="6350000" cy="6349975"/>
            </a:xfrm>
          </p:grpSpPr>
          <p:sp>
            <p:nvSpPr>
              <p:cNvPr id="20" name="Freeform 8">
                <a:extLst>
                  <a:ext uri="{FF2B5EF4-FFF2-40B4-BE49-F238E27FC236}">
                    <a16:creationId xmlns:a16="http://schemas.microsoft.com/office/drawing/2014/main" id="{22108D23-395A-D185-8A52-5E11E02528E9}"/>
                  </a:ext>
                </a:extLst>
              </p:cNvPr>
              <p:cNvSpPr/>
              <p:nvPr/>
            </p:nvSpPr>
            <p:spPr>
              <a:xfrm>
                <a:off x="0" y="0"/>
                <a:ext cx="6350000" cy="6349974"/>
              </a:xfrm>
              <a:custGeom>
                <a:avLst/>
                <a:gdLst/>
                <a:ahLst/>
                <a:cxnLst/>
                <a:rect l="l" t="t" r="r" b="b"/>
                <a:pathLst>
                  <a:path w="6350000" h="6349974">
                    <a:moveTo>
                      <a:pt x="6350000" y="3175025"/>
                    </a:moveTo>
                    <a:cubicBezTo>
                      <a:pt x="6350000" y="4928451"/>
                      <a:pt x="4928476" y="6349974"/>
                      <a:pt x="3175000" y="6349974"/>
                    </a:cubicBezTo>
                    <a:cubicBezTo>
                      <a:pt x="1421498" y="6349974"/>
                      <a:pt x="0" y="4928451"/>
                      <a:pt x="0" y="3175025"/>
                    </a:cubicBezTo>
                    <a:cubicBezTo>
                      <a:pt x="0" y="1421511"/>
                      <a:pt x="1421498" y="0"/>
                      <a:pt x="3175000" y="0"/>
                    </a:cubicBezTo>
                    <a:cubicBezTo>
                      <a:pt x="4928501" y="0"/>
                      <a:pt x="6350000" y="1421511"/>
                      <a:pt x="6350000" y="3175025"/>
                    </a:cubicBezTo>
                    <a:close/>
                  </a:path>
                </a:pathLst>
              </a:cu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>
                <a:defPPr>
                  <a:defRPr lang="en-US"/>
                </a:defPPr>
                <a:lvl1pPr marL="0" algn="l" defTabSz="609539" rtl="0" eaLnBrk="1" latinLnBrk="0" hangingPunct="1"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304770" algn="l" defTabSz="609539" rtl="0" eaLnBrk="1" latinLnBrk="0" hangingPunct="1"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609539" algn="l" defTabSz="609539" rtl="0" eaLnBrk="1" latinLnBrk="0" hangingPunct="1"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914309" algn="l" defTabSz="609539" rtl="0" eaLnBrk="1" latinLnBrk="0" hangingPunct="1"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219078" algn="l" defTabSz="609539" rtl="0" eaLnBrk="1" latinLnBrk="0" hangingPunct="1"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523848" algn="l" defTabSz="609539" rtl="0" eaLnBrk="1" latinLnBrk="0" hangingPunct="1"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1828617" algn="l" defTabSz="609539" rtl="0" eaLnBrk="1" latinLnBrk="0" hangingPunct="1"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133387" algn="l" defTabSz="609539" rtl="0" eaLnBrk="1" latinLnBrk="0" hangingPunct="1"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2438156" algn="l" defTabSz="609539" rtl="0" eaLnBrk="1" latinLnBrk="0" hangingPunct="1"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60963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AE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  <p:pic>
          <p:nvPicPr>
            <p:cNvPr id="2078" name="Picture 30" descr="Abu Dhabi Police Logo كلنا شرطة On X: &quot;The Logo Of The">
              <a:extLst>
                <a:ext uri="{FF2B5EF4-FFF2-40B4-BE49-F238E27FC236}">
                  <a16:creationId xmlns:a16="http://schemas.microsoft.com/office/drawing/2014/main" id="{0032671A-05EA-F278-D7CC-7792A031D7AB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1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938" t="-6682" r="14111" b="-5342"/>
            <a:stretch>
              <a:fillRect/>
            </a:stretch>
          </p:blipFill>
          <p:spPr bwMode="auto">
            <a:xfrm>
              <a:off x="2737882" y="7388245"/>
              <a:ext cx="1737360" cy="1737360"/>
            </a:xfrm>
            <a:prstGeom prst="flowChartConnector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50EAC455-BA47-98F7-C446-467F67FA0A65}"/>
              </a:ext>
            </a:extLst>
          </p:cNvPr>
          <p:cNvGrpSpPr/>
          <p:nvPr/>
        </p:nvGrpSpPr>
        <p:grpSpPr>
          <a:xfrm>
            <a:off x="4323977" y="3830097"/>
            <a:ext cx="1158240" cy="1173703"/>
            <a:chOff x="6469304" y="7388245"/>
            <a:chExt cx="1737360" cy="1760554"/>
          </a:xfrm>
        </p:grpSpPr>
        <p:sp>
          <p:nvSpPr>
            <p:cNvPr id="25" name="Flowchart: Connector 24">
              <a:extLst>
                <a:ext uri="{FF2B5EF4-FFF2-40B4-BE49-F238E27FC236}">
                  <a16:creationId xmlns:a16="http://schemas.microsoft.com/office/drawing/2014/main" id="{BE61D18A-88D5-033D-0529-811361334B50}"/>
                </a:ext>
              </a:extLst>
            </p:cNvPr>
            <p:cNvSpPr/>
            <p:nvPr/>
          </p:nvSpPr>
          <p:spPr>
            <a:xfrm>
              <a:off x="6469304" y="7411439"/>
              <a:ext cx="1737360" cy="1737360"/>
            </a:xfrm>
            <a:prstGeom prst="flowChartConnector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04770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09539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914309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219078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523848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828617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133387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438156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800"/>
            </a:p>
          </p:txBody>
        </p:sp>
        <p:pic>
          <p:nvPicPr>
            <p:cNvPr id="2082" name="Picture 34" descr="Crown Prince Court Logo Sheikh Mohammed Bin Zayed Launches 2018 Year">
              <a:extLst>
                <a:ext uri="{FF2B5EF4-FFF2-40B4-BE49-F238E27FC236}">
                  <a16:creationId xmlns:a16="http://schemas.microsoft.com/office/drawing/2014/main" id="{8EB5EA6A-E58C-8547-4CC2-52E4C414DB46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1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-4905" t="-18616" r="-6713" b="-27578"/>
            <a:stretch>
              <a:fillRect/>
            </a:stretch>
          </p:blipFill>
          <p:spPr bwMode="auto">
            <a:xfrm>
              <a:off x="6483158" y="7388245"/>
              <a:ext cx="1709651" cy="1737360"/>
            </a:xfrm>
            <a:prstGeom prst="flowChartConnector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B3B9E617-93D8-07C8-299E-7EB64754AA8E}"/>
              </a:ext>
            </a:extLst>
          </p:cNvPr>
          <p:cNvGrpSpPr/>
          <p:nvPr/>
        </p:nvGrpSpPr>
        <p:grpSpPr>
          <a:xfrm>
            <a:off x="5557382" y="3837829"/>
            <a:ext cx="1158240" cy="1158240"/>
            <a:chOff x="8292580" y="7388245"/>
            <a:chExt cx="1737360" cy="1737360"/>
          </a:xfrm>
        </p:grpSpPr>
        <p:sp>
          <p:nvSpPr>
            <p:cNvPr id="31" name="Flowchart: Connector 30">
              <a:extLst>
                <a:ext uri="{FF2B5EF4-FFF2-40B4-BE49-F238E27FC236}">
                  <a16:creationId xmlns:a16="http://schemas.microsoft.com/office/drawing/2014/main" id="{79F647F7-84DD-341B-7D7D-D5D877B60171}"/>
                </a:ext>
              </a:extLst>
            </p:cNvPr>
            <p:cNvSpPr/>
            <p:nvPr/>
          </p:nvSpPr>
          <p:spPr>
            <a:xfrm>
              <a:off x="8292580" y="7388245"/>
              <a:ext cx="1737360" cy="1737360"/>
            </a:xfrm>
            <a:prstGeom prst="flowChartConnector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04770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09539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914309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219078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523848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828617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133387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438156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800"/>
            </a:p>
          </p:txBody>
        </p:sp>
        <p:pic>
          <p:nvPicPr>
            <p:cNvPr id="2084" name="Picture 36" descr="Schlumberger Logo PNG Transparent – Brands Logos">
              <a:extLst>
                <a:ext uri="{FF2B5EF4-FFF2-40B4-BE49-F238E27FC236}">
                  <a16:creationId xmlns:a16="http://schemas.microsoft.com/office/drawing/2014/main" id="{5AC9DB98-9BAF-9EAC-9A2F-CBEB1EF914FF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292580" y="7388245"/>
              <a:ext cx="1737360" cy="1737360"/>
            </a:xfrm>
            <a:prstGeom prst="flowChartConnector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36" name="Group 29">
            <a:extLst>
              <a:ext uri="{FF2B5EF4-FFF2-40B4-BE49-F238E27FC236}">
                <a16:creationId xmlns:a16="http://schemas.microsoft.com/office/drawing/2014/main" id="{3E941DD3-D768-CC85-70CE-AA8D71A6FE90}"/>
              </a:ext>
            </a:extLst>
          </p:cNvPr>
          <p:cNvGrpSpPr>
            <a:grpSpLocks noChangeAspect="1"/>
          </p:cNvGrpSpPr>
          <p:nvPr/>
        </p:nvGrpSpPr>
        <p:grpSpPr>
          <a:xfrm>
            <a:off x="6798388" y="5172539"/>
            <a:ext cx="1158157" cy="1158153"/>
            <a:chOff x="87384" y="-7518599"/>
            <a:chExt cx="6350000" cy="6349975"/>
          </a:xfrm>
        </p:grpSpPr>
        <p:sp>
          <p:nvSpPr>
            <p:cNvPr id="37" name="Freeform 30">
              <a:extLst>
                <a:ext uri="{FF2B5EF4-FFF2-40B4-BE49-F238E27FC236}">
                  <a16:creationId xmlns:a16="http://schemas.microsoft.com/office/drawing/2014/main" id="{42785A62-CF85-E807-50BE-0B8151998A71}"/>
                </a:ext>
              </a:extLst>
            </p:cNvPr>
            <p:cNvSpPr/>
            <p:nvPr/>
          </p:nvSpPr>
          <p:spPr>
            <a:xfrm>
              <a:off x="87384" y="-7518599"/>
              <a:ext cx="6350000" cy="6349975"/>
            </a:xfrm>
            <a:custGeom>
              <a:avLst/>
              <a:gdLst/>
              <a:ahLst/>
              <a:cxnLst/>
              <a:rect l="l" t="t" r="r" b="b"/>
              <a:pathLst>
                <a:path w="6350000" h="6349974">
                  <a:moveTo>
                    <a:pt x="6350000" y="3175025"/>
                  </a:moveTo>
                  <a:cubicBezTo>
                    <a:pt x="6350000" y="4928451"/>
                    <a:pt x="4928476" y="6349974"/>
                    <a:pt x="3175000" y="6349974"/>
                  </a:cubicBezTo>
                  <a:cubicBezTo>
                    <a:pt x="1421498" y="6349974"/>
                    <a:pt x="0" y="4928451"/>
                    <a:pt x="0" y="3175025"/>
                  </a:cubicBezTo>
                  <a:cubicBezTo>
                    <a:pt x="0" y="1421511"/>
                    <a:pt x="1421498" y="0"/>
                    <a:pt x="3175000" y="0"/>
                  </a:cubicBezTo>
                  <a:cubicBezTo>
                    <a:pt x="4928501" y="0"/>
                    <a:pt x="6350000" y="1421511"/>
                    <a:pt x="6350000" y="3175025"/>
                  </a:cubicBezTo>
                  <a:close/>
                </a:path>
              </a:pathLst>
            </a:custGeom>
            <a:blipFill>
              <a:blip r:embed="rId21"/>
              <a:stretch>
                <a:fillRect/>
              </a:stretch>
            </a:blipFill>
          </p:spPr>
          <p:txBody>
            <a:bodyPr/>
            <a:lstStyle>
              <a:defPPr>
                <a:defRPr lang="en-US"/>
              </a:defPPr>
              <a:lvl1pPr marL="0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04770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09539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914309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219078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523848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828617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133387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438156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60963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AE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pic>
        <p:nvPicPr>
          <p:cNvPr id="2086" name="Picture 38" descr="Adeeb Group Is The Category Sponsor For Construction Innovation Summit ...">
            <a:extLst>
              <a:ext uri="{FF2B5EF4-FFF2-40B4-BE49-F238E27FC236}">
                <a16:creationId xmlns:a16="http://schemas.microsoft.com/office/drawing/2014/main" id="{CC432ACD-3F62-2816-D688-BD55C32591A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500" r="12500"/>
          <a:stretch>
            <a:fillRect/>
          </a:stretch>
        </p:blipFill>
        <p:spPr bwMode="auto">
          <a:xfrm>
            <a:off x="8024191" y="3837829"/>
            <a:ext cx="1158240" cy="1158240"/>
          </a:xfrm>
          <a:prstGeom prst="flowChartConnector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88" name="Picture 40" descr="NASA Space Apps Challenge 2023 · GitHub">
            <a:extLst>
              <a:ext uri="{FF2B5EF4-FFF2-40B4-BE49-F238E27FC236}">
                <a16:creationId xmlns:a16="http://schemas.microsoft.com/office/drawing/2014/main" id="{80B05BC4-3937-EB9C-FB0D-1AA3DDFBD80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57596" y="3837829"/>
            <a:ext cx="1158240" cy="1158240"/>
          </a:xfrm>
          <a:prstGeom prst="flowChartConnector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41" name="Group 40">
            <a:extLst>
              <a:ext uri="{FF2B5EF4-FFF2-40B4-BE49-F238E27FC236}">
                <a16:creationId xmlns:a16="http://schemas.microsoft.com/office/drawing/2014/main" id="{DAD0FC99-D702-6187-F9E2-E0B6EA22F006}"/>
              </a:ext>
            </a:extLst>
          </p:cNvPr>
          <p:cNvGrpSpPr/>
          <p:nvPr/>
        </p:nvGrpSpPr>
        <p:grpSpPr>
          <a:xfrm>
            <a:off x="3090573" y="3837829"/>
            <a:ext cx="1158240" cy="1158240"/>
            <a:chOff x="4588424" y="7411439"/>
            <a:chExt cx="1737360" cy="1737360"/>
          </a:xfrm>
        </p:grpSpPr>
        <p:sp>
          <p:nvSpPr>
            <p:cNvPr id="39" name="Flowchart: Connector 38">
              <a:extLst>
                <a:ext uri="{FF2B5EF4-FFF2-40B4-BE49-F238E27FC236}">
                  <a16:creationId xmlns:a16="http://schemas.microsoft.com/office/drawing/2014/main" id="{ED1488AF-EEC1-30B4-9AC8-F6D0DCA263A8}"/>
                </a:ext>
              </a:extLst>
            </p:cNvPr>
            <p:cNvSpPr/>
            <p:nvPr/>
          </p:nvSpPr>
          <p:spPr>
            <a:xfrm>
              <a:off x="4588424" y="7411439"/>
              <a:ext cx="1737360" cy="1737360"/>
            </a:xfrm>
            <a:prstGeom prst="flowChartConnector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04770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09539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914309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219078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523848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828617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133387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438156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800"/>
            </a:p>
          </p:txBody>
        </p:sp>
        <p:pic>
          <p:nvPicPr>
            <p:cNvPr id="2080" name="Picture 32" descr="Cleveland Clinic - Heart Valve Disease Awareness Day">
              <a:extLst>
                <a:ext uri="{FF2B5EF4-FFF2-40B4-BE49-F238E27FC236}">
                  <a16:creationId xmlns:a16="http://schemas.microsoft.com/office/drawing/2014/main" id="{95AD6C0B-330F-DA6B-08AD-B111469277C7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-9589" b="-9589"/>
            <a:stretch>
              <a:fillRect/>
            </a:stretch>
          </p:blipFill>
          <p:spPr bwMode="auto">
            <a:xfrm>
              <a:off x="4771828" y="7581900"/>
              <a:ext cx="1447701" cy="1447701"/>
            </a:xfrm>
            <a:prstGeom prst="flowChartConnector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2090" name="Picture 42" descr="‏lawa.ai‏ | LinkedIn">
            <a:extLst>
              <a:ext uri="{FF2B5EF4-FFF2-40B4-BE49-F238E27FC236}">
                <a16:creationId xmlns:a16="http://schemas.microsoft.com/office/drawing/2014/main" id="{AA066305-CD4F-1CBE-654B-1E11544DA97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91003" y="3837829"/>
            <a:ext cx="1158240" cy="1158240"/>
          </a:xfrm>
          <a:prstGeom prst="flowChartConnector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46" name="Group 45">
            <a:extLst>
              <a:ext uri="{FF2B5EF4-FFF2-40B4-BE49-F238E27FC236}">
                <a16:creationId xmlns:a16="http://schemas.microsoft.com/office/drawing/2014/main" id="{8639077F-FAB0-7FF6-BCDD-B08B8905FC22}"/>
              </a:ext>
            </a:extLst>
          </p:cNvPr>
          <p:cNvGrpSpPr/>
          <p:nvPr/>
        </p:nvGrpSpPr>
        <p:grpSpPr>
          <a:xfrm>
            <a:off x="10481666" y="2608570"/>
            <a:ext cx="1168974" cy="1158240"/>
            <a:chOff x="15812976" y="5516058"/>
            <a:chExt cx="1753461" cy="1737360"/>
          </a:xfrm>
        </p:grpSpPr>
        <p:sp>
          <p:nvSpPr>
            <p:cNvPr id="44" name="Flowchart: Connector 43">
              <a:extLst>
                <a:ext uri="{FF2B5EF4-FFF2-40B4-BE49-F238E27FC236}">
                  <a16:creationId xmlns:a16="http://schemas.microsoft.com/office/drawing/2014/main" id="{161BDD2A-3294-6D45-6BF1-3B8DCB5DA9BE}"/>
                </a:ext>
              </a:extLst>
            </p:cNvPr>
            <p:cNvSpPr/>
            <p:nvPr/>
          </p:nvSpPr>
          <p:spPr>
            <a:xfrm>
              <a:off x="15829077" y="5516058"/>
              <a:ext cx="1737360" cy="1737360"/>
            </a:xfrm>
            <a:prstGeom prst="flowChartConnector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04770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09539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914309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219078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523848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828617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133387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438156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800"/>
            </a:p>
          </p:txBody>
        </p:sp>
        <p:pic>
          <p:nvPicPr>
            <p:cNvPr id="2094" name="Picture 46" descr="Dubai Holding Logo / Banks and Finance / Logonoid.com">
              <a:extLst>
                <a:ext uri="{FF2B5EF4-FFF2-40B4-BE49-F238E27FC236}">
                  <a16:creationId xmlns:a16="http://schemas.microsoft.com/office/drawing/2014/main" id="{AE719FDC-D6CB-3B85-EC99-A3D4AAF2D3A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5812976" y="5775796"/>
              <a:ext cx="1737361" cy="114201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1047" name="Group 1046">
            <a:extLst>
              <a:ext uri="{FF2B5EF4-FFF2-40B4-BE49-F238E27FC236}">
                <a16:creationId xmlns:a16="http://schemas.microsoft.com/office/drawing/2014/main" id="{59871652-3242-4B67-1B9B-33C605033C65}"/>
              </a:ext>
            </a:extLst>
          </p:cNvPr>
          <p:cNvGrpSpPr/>
          <p:nvPr/>
        </p:nvGrpSpPr>
        <p:grpSpPr>
          <a:xfrm>
            <a:off x="5588097" y="1386257"/>
            <a:ext cx="1161054" cy="1159322"/>
            <a:chOff x="8348410" y="2079385"/>
            <a:chExt cx="1741581" cy="1738983"/>
          </a:xfrm>
        </p:grpSpPr>
        <p:grpSp>
          <p:nvGrpSpPr>
            <p:cNvPr id="3" name="Group 5">
              <a:extLst>
                <a:ext uri="{FF2B5EF4-FFF2-40B4-BE49-F238E27FC236}">
                  <a16:creationId xmlns:a16="http://schemas.microsoft.com/office/drawing/2014/main" id="{C1756F43-585B-860D-2032-7BA25C2C09DF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8351002" y="2079385"/>
              <a:ext cx="1738989" cy="1738983"/>
              <a:chOff x="0" y="0"/>
              <a:chExt cx="6350000" cy="6349975"/>
            </a:xfrm>
          </p:grpSpPr>
          <p:sp>
            <p:nvSpPr>
              <p:cNvPr id="4" name="Freeform 6">
                <a:extLst>
                  <a:ext uri="{FF2B5EF4-FFF2-40B4-BE49-F238E27FC236}">
                    <a16:creationId xmlns:a16="http://schemas.microsoft.com/office/drawing/2014/main" id="{0CEFE26B-50B4-5B5B-C55E-34FAB9B1C67C}"/>
                  </a:ext>
                </a:extLst>
              </p:cNvPr>
              <p:cNvSpPr/>
              <p:nvPr/>
            </p:nvSpPr>
            <p:spPr>
              <a:xfrm>
                <a:off x="0" y="0"/>
                <a:ext cx="6350000" cy="6349974"/>
              </a:xfrm>
              <a:custGeom>
                <a:avLst/>
                <a:gdLst/>
                <a:ahLst/>
                <a:cxnLst/>
                <a:rect l="l" t="t" r="r" b="b"/>
                <a:pathLst>
                  <a:path w="6350000" h="6349974">
                    <a:moveTo>
                      <a:pt x="6350000" y="3175025"/>
                    </a:moveTo>
                    <a:cubicBezTo>
                      <a:pt x="6350000" y="4928451"/>
                      <a:pt x="4928476" y="6349974"/>
                      <a:pt x="3175000" y="6349974"/>
                    </a:cubicBezTo>
                    <a:cubicBezTo>
                      <a:pt x="1421498" y="6349974"/>
                      <a:pt x="0" y="4928451"/>
                      <a:pt x="0" y="3175025"/>
                    </a:cubicBezTo>
                    <a:cubicBezTo>
                      <a:pt x="0" y="1421511"/>
                      <a:pt x="1421498" y="0"/>
                      <a:pt x="3175000" y="0"/>
                    </a:cubicBezTo>
                    <a:cubicBezTo>
                      <a:pt x="4928501" y="0"/>
                      <a:pt x="6350000" y="1421511"/>
                      <a:pt x="6350000" y="3175025"/>
                    </a:cubicBezTo>
                    <a:close/>
                  </a:path>
                </a:pathLst>
              </a:custGeom>
              <a:blipFill>
                <a:blip r:embed="rId4"/>
                <a:stretch>
                  <a:fillRect l="-57515" r="-57515"/>
                </a:stretch>
              </a:blipFill>
            </p:spPr>
            <p:txBody>
              <a:bodyPr/>
              <a:lstStyle>
                <a:defPPr>
                  <a:defRPr lang="en-US"/>
                </a:defPPr>
                <a:lvl1pPr marL="0" algn="l" defTabSz="609539" rtl="0" eaLnBrk="1" latinLnBrk="0" hangingPunct="1"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304770" algn="l" defTabSz="609539" rtl="0" eaLnBrk="1" latinLnBrk="0" hangingPunct="1"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609539" algn="l" defTabSz="609539" rtl="0" eaLnBrk="1" latinLnBrk="0" hangingPunct="1"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914309" algn="l" defTabSz="609539" rtl="0" eaLnBrk="1" latinLnBrk="0" hangingPunct="1"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219078" algn="l" defTabSz="609539" rtl="0" eaLnBrk="1" latinLnBrk="0" hangingPunct="1"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523848" algn="l" defTabSz="609539" rtl="0" eaLnBrk="1" latinLnBrk="0" hangingPunct="1"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1828617" algn="l" defTabSz="609539" rtl="0" eaLnBrk="1" latinLnBrk="0" hangingPunct="1"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133387" algn="l" defTabSz="609539" rtl="0" eaLnBrk="1" latinLnBrk="0" hangingPunct="1"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2438156" algn="l" defTabSz="609539" rtl="0" eaLnBrk="1" latinLnBrk="0" hangingPunct="1"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60963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AE" sz="12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  <p:pic>
          <p:nvPicPr>
            <p:cNvPr id="2054" name="Picture 6" descr="Abu Dhabi’s Mubadala Investment Company is Overhauling its Structure ...">
              <a:extLst>
                <a:ext uri="{FF2B5EF4-FFF2-40B4-BE49-F238E27FC236}">
                  <a16:creationId xmlns:a16="http://schemas.microsoft.com/office/drawing/2014/main" id="{EEBC3E32-E87D-5E9B-8943-7DEFF8139105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066" t="-22384" r="-2997" b="-30039"/>
            <a:stretch>
              <a:fillRect/>
            </a:stretch>
          </p:blipFill>
          <p:spPr bwMode="auto">
            <a:xfrm>
              <a:off x="8348410" y="2079385"/>
              <a:ext cx="1737360" cy="1737360"/>
            </a:xfrm>
            <a:prstGeom prst="flowChartConnector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48" name="AutoShape 48" descr="Enrichly Logo">
              <a:extLst>
                <a:ext uri="{FF2B5EF4-FFF2-40B4-BE49-F238E27FC236}">
                  <a16:creationId xmlns:a16="http://schemas.microsoft.com/office/drawing/2014/main" id="{2CF9A865-1E23-AEEC-1D34-07E875B8A256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8866570" y="2079385"/>
              <a:ext cx="304800" cy="3048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60960" tIns="30480" rIns="60960" bIns="3048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04770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09539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914309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219078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523848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828617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133387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438156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800"/>
            </a:p>
          </p:txBody>
        </p:sp>
      </p:grpSp>
      <p:grpSp>
        <p:nvGrpSpPr>
          <p:cNvPr id="1046" name="Group 1045">
            <a:extLst>
              <a:ext uri="{FF2B5EF4-FFF2-40B4-BE49-F238E27FC236}">
                <a16:creationId xmlns:a16="http://schemas.microsoft.com/office/drawing/2014/main" id="{2872EB8A-105B-32E9-9128-7FACA2448899}"/>
              </a:ext>
            </a:extLst>
          </p:cNvPr>
          <p:cNvGrpSpPr/>
          <p:nvPr/>
        </p:nvGrpSpPr>
        <p:grpSpPr>
          <a:xfrm>
            <a:off x="10491003" y="1386797"/>
            <a:ext cx="1158240" cy="1158240"/>
            <a:chOff x="15736504" y="2079385"/>
            <a:chExt cx="1737360" cy="1737360"/>
          </a:xfrm>
        </p:grpSpPr>
        <p:sp>
          <p:nvSpPr>
            <p:cNvPr id="54" name="Flowchart: Connector 53">
              <a:extLst>
                <a:ext uri="{FF2B5EF4-FFF2-40B4-BE49-F238E27FC236}">
                  <a16:creationId xmlns:a16="http://schemas.microsoft.com/office/drawing/2014/main" id="{61608D1F-8D8A-5140-A67F-6B785BBFFB2F}"/>
                </a:ext>
              </a:extLst>
            </p:cNvPr>
            <p:cNvSpPr/>
            <p:nvPr/>
          </p:nvSpPr>
          <p:spPr>
            <a:xfrm>
              <a:off x="15736504" y="2079385"/>
              <a:ext cx="1737360" cy="1737360"/>
            </a:xfrm>
            <a:prstGeom prst="flowChartConnector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04770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09539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914309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219078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523848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828617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133387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438156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800"/>
            </a:p>
          </p:txBody>
        </p:sp>
        <p:pic>
          <p:nvPicPr>
            <p:cNvPr id="52" name="Picture 51">
              <a:extLst>
                <a:ext uri="{FF2B5EF4-FFF2-40B4-BE49-F238E27FC236}">
                  <a16:creationId xmlns:a16="http://schemas.microsoft.com/office/drawing/2014/main" id="{86234641-610C-0BFB-0F13-9034AD9BABC4}"/>
                </a:ext>
              </a:extLst>
            </p:cNvPr>
            <p:cNvPicPr>
              <a:picLocks noChangeAspect="1"/>
            </p:cNvPicPr>
            <p:nvPr/>
          </p:nvPicPr>
          <p:blipFill>
            <a:blip r:embed="rId28"/>
            <a:stretch>
              <a:fillRect/>
            </a:stretch>
          </p:blipFill>
          <p:spPr>
            <a:xfrm>
              <a:off x="15809687" y="2637258"/>
              <a:ext cx="1590994" cy="624029"/>
            </a:xfrm>
            <a:prstGeom prst="rect">
              <a:avLst/>
            </a:prstGeom>
          </p:spPr>
        </p:pic>
      </p:grpSp>
      <p:grpSp>
        <p:nvGrpSpPr>
          <p:cNvPr id="1033" name="Group 1032">
            <a:extLst>
              <a:ext uri="{FF2B5EF4-FFF2-40B4-BE49-F238E27FC236}">
                <a16:creationId xmlns:a16="http://schemas.microsoft.com/office/drawing/2014/main" id="{EE559D71-07C8-AC50-D96F-94BE553DE510}"/>
              </a:ext>
            </a:extLst>
          </p:cNvPr>
          <p:cNvGrpSpPr/>
          <p:nvPr/>
        </p:nvGrpSpPr>
        <p:grpSpPr>
          <a:xfrm>
            <a:off x="620763" y="5172495"/>
            <a:ext cx="1158240" cy="1158240"/>
            <a:chOff x="3445101" y="1819961"/>
            <a:chExt cx="1737360" cy="1737360"/>
          </a:xfrm>
        </p:grpSpPr>
        <p:sp>
          <p:nvSpPr>
            <p:cNvPr id="57" name="Flowchart: Connector 56">
              <a:extLst>
                <a:ext uri="{FF2B5EF4-FFF2-40B4-BE49-F238E27FC236}">
                  <a16:creationId xmlns:a16="http://schemas.microsoft.com/office/drawing/2014/main" id="{922CBE60-21F0-8635-59DE-C0B7D25910B9}"/>
                </a:ext>
              </a:extLst>
            </p:cNvPr>
            <p:cNvSpPr/>
            <p:nvPr/>
          </p:nvSpPr>
          <p:spPr>
            <a:xfrm>
              <a:off x="3445101" y="1819961"/>
              <a:ext cx="1737360" cy="1737360"/>
            </a:xfrm>
            <a:prstGeom prst="flowChartConnector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04770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09539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914309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219078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523848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828617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133387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438156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800"/>
            </a:p>
          </p:txBody>
        </p:sp>
        <p:pic>
          <p:nvPicPr>
            <p:cNvPr id="2100" name="Picture 52" descr="IT-Manager bei BCG Platinion">
              <a:extLst>
                <a:ext uri="{FF2B5EF4-FFF2-40B4-BE49-F238E27FC236}">
                  <a16:creationId xmlns:a16="http://schemas.microsoft.com/office/drawing/2014/main" id="{5793F30D-27C8-D2C2-7BA1-3D23232E8B0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445101" y="2458360"/>
              <a:ext cx="1663648" cy="46396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2102" name="Picture 54" descr="Cursor AI: Why use Cursor AI? - DevOpslover">
            <a:extLst>
              <a:ext uri="{FF2B5EF4-FFF2-40B4-BE49-F238E27FC236}">
                <a16:creationId xmlns:a16="http://schemas.microsoft.com/office/drawing/2014/main" id="{6BA0D92B-E19F-0CEA-CBF6-A0AEC57FE16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714" t="-75" r="25786" b="75"/>
          <a:stretch>
            <a:fillRect/>
          </a:stretch>
        </p:blipFill>
        <p:spPr bwMode="auto">
          <a:xfrm>
            <a:off x="1855177" y="5172495"/>
            <a:ext cx="1158240" cy="1158240"/>
          </a:xfrm>
          <a:prstGeom prst="flowChartConnector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9" name="Picture 1038">
            <a:extLst>
              <a:ext uri="{FF2B5EF4-FFF2-40B4-BE49-F238E27FC236}">
                <a16:creationId xmlns:a16="http://schemas.microsoft.com/office/drawing/2014/main" id="{CDF2CD18-644A-8B44-3413-390676E39905}"/>
              </a:ext>
            </a:extLst>
          </p:cNvPr>
          <p:cNvPicPr>
            <a:picLocks noChangeAspect="1"/>
          </p:cNvPicPr>
          <p:nvPr/>
        </p:nvPicPr>
        <p:blipFill rotWithShape="1">
          <a:blip r:embed="rId31"/>
          <a:srcRect l="16628" r="16628"/>
          <a:stretch>
            <a:fillRect/>
          </a:stretch>
        </p:blipFill>
        <p:spPr>
          <a:xfrm>
            <a:off x="6790787" y="3837829"/>
            <a:ext cx="1158240" cy="1158240"/>
          </a:xfrm>
          <a:prstGeom prst="flowChartConnector">
            <a:avLst/>
          </a:prstGeom>
        </p:spPr>
      </p:pic>
      <p:grpSp>
        <p:nvGrpSpPr>
          <p:cNvPr id="1040" name="Group 1039">
            <a:extLst>
              <a:ext uri="{FF2B5EF4-FFF2-40B4-BE49-F238E27FC236}">
                <a16:creationId xmlns:a16="http://schemas.microsoft.com/office/drawing/2014/main" id="{E3B719F1-626F-2FBD-FE32-1EA26B8C27D6}"/>
              </a:ext>
            </a:extLst>
          </p:cNvPr>
          <p:cNvGrpSpPr/>
          <p:nvPr/>
        </p:nvGrpSpPr>
        <p:grpSpPr>
          <a:xfrm>
            <a:off x="3089590" y="5172495"/>
            <a:ext cx="1158240" cy="1158240"/>
            <a:chOff x="8473440" y="1770240"/>
            <a:chExt cx="1737360" cy="1737360"/>
          </a:xfrm>
        </p:grpSpPr>
        <p:sp>
          <p:nvSpPr>
            <p:cNvPr id="1031" name="Flowchart: Connector 1030">
              <a:extLst>
                <a:ext uri="{FF2B5EF4-FFF2-40B4-BE49-F238E27FC236}">
                  <a16:creationId xmlns:a16="http://schemas.microsoft.com/office/drawing/2014/main" id="{56302E11-7B80-B61E-E0FF-CAF418846388}"/>
                </a:ext>
              </a:extLst>
            </p:cNvPr>
            <p:cNvSpPr/>
            <p:nvPr/>
          </p:nvSpPr>
          <p:spPr>
            <a:xfrm>
              <a:off x="8473440" y="1770240"/>
              <a:ext cx="1737360" cy="1737360"/>
            </a:xfrm>
            <a:prstGeom prst="flowChartConnector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04770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09539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914309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219078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523848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828617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133387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438156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800"/>
            </a:p>
          </p:txBody>
        </p:sp>
        <p:pic>
          <p:nvPicPr>
            <p:cNvPr id="2106" name="Picture 58" descr="Children's National Medical Center">
              <a:extLst>
                <a:ext uri="{FF2B5EF4-FFF2-40B4-BE49-F238E27FC236}">
                  <a16:creationId xmlns:a16="http://schemas.microsoft.com/office/drawing/2014/main" id="{E06F8190-0CF2-FA98-B14F-312A77CE1573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-13854" t="-8788" r="-5931" b="-10997"/>
            <a:stretch>
              <a:fillRect/>
            </a:stretch>
          </p:blipFill>
          <p:spPr bwMode="auto">
            <a:xfrm>
              <a:off x="8528315" y="1814064"/>
              <a:ext cx="1645920" cy="1645920"/>
            </a:xfrm>
            <a:prstGeom prst="flowChartConnector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2110" name="Picture 62" descr="‎HackPSU Mobile on the App Store">
            <a:extLst>
              <a:ext uri="{FF2B5EF4-FFF2-40B4-BE49-F238E27FC236}">
                <a16:creationId xmlns:a16="http://schemas.microsoft.com/office/drawing/2014/main" id="{4FDCE76C-6124-5831-5F6E-D26D2BCBFB2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696" t="7956" r="28993" b="11452"/>
          <a:stretch>
            <a:fillRect/>
          </a:stretch>
        </p:blipFill>
        <p:spPr bwMode="auto">
          <a:xfrm>
            <a:off x="8032717" y="5172495"/>
            <a:ext cx="1158240" cy="1158240"/>
          </a:xfrm>
          <a:prstGeom prst="flowChartConnector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12" name="Picture 64" descr="AL FOAH DATES | Dry Fruits Exporter in United Arab Emirates">
            <a:extLst>
              <a:ext uri="{FF2B5EF4-FFF2-40B4-BE49-F238E27FC236}">
                <a16:creationId xmlns:a16="http://schemas.microsoft.com/office/drawing/2014/main" id="{2C755A69-2129-9C93-A2C6-878AF590E36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24004" y="5172495"/>
            <a:ext cx="1157033" cy="1158240"/>
          </a:xfrm>
          <a:prstGeom prst="flowChartConnector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044" name="Group 1043">
            <a:extLst>
              <a:ext uri="{FF2B5EF4-FFF2-40B4-BE49-F238E27FC236}">
                <a16:creationId xmlns:a16="http://schemas.microsoft.com/office/drawing/2014/main" id="{C0E94F88-E3B5-3DCA-F3C9-245E6A217993}"/>
              </a:ext>
            </a:extLst>
          </p:cNvPr>
          <p:cNvGrpSpPr/>
          <p:nvPr/>
        </p:nvGrpSpPr>
        <p:grpSpPr>
          <a:xfrm>
            <a:off x="5557210" y="5169537"/>
            <a:ext cx="1165005" cy="1164156"/>
            <a:chOff x="10286327" y="1770240"/>
            <a:chExt cx="1747507" cy="1746234"/>
          </a:xfrm>
        </p:grpSpPr>
        <p:sp>
          <p:nvSpPr>
            <p:cNvPr id="1042" name="Flowchart: Connector 1041">
              <a:extLst>
                <a:ext uri="{FF2B5EF4-FFF2-40B4-BE49-F238E27FC236}">
                  <a16:creationId xmlns:a16="http://schemas.microsoft.com/office/drawing/2014/main" id="{817A4755-9FA4-2EBF-7AFD-9F69F4D15BB4}"/>
                </a:ext>
              </a:extLst>
            </p:cNvPr>
            <p:cNvSpPr/>
            <p:nvPr/>
          </p:nvSpPr>
          <p:spPr>
            <a:xfrm>
              <a:off x="10286327" y="1779114"/>
              <a:ext cx="1737360" cy="1737360"/>
            </a:xfrm>
            <a:prstGeom prst="flowChartConnector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04770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09539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914309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219078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523848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828617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133387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438156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800"/>
            </a:p>
          </p:txBody>
        </p:sp>
        <p:pic>
          <p:nvPicPr>
            <p:cNvPr id="2114" name="Picture 66" descr="Sultan Qaboos University - Stakeholder - MENA Innovation 2019">
              <a:extLst>
                <a:ext uri="{FF2B5EF4-FFF2-40B4-BE49-F238E27FC236}">
                  <a16:creationId xmlns:a16="http://schemas.microsoft.com/office/drawing/2014/main" id="{8AC26C8E-F801-64D9-6E26-54AE5F83B64E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9498" t="-6022" r="9498" b="-15488"/>
            <a:stretch>
              <a:fillRect/>
            </a:stretch>
          </p:blipFill>
          <p:spPr bwMode="auto">
            <a:xfrm>
              <a:off x="10296474" y="1770240"/>
              <a:ext cx="1737360" cy="1737360"/>
            </a:xfrm>
            <a:prstGeom prst="flowChartConnector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1045" name="TextBox 1044">
            <a:extLst>
              <a:ext uri="{FF2B5EF4-FFF2-40B4-BE49-F238E27FC236}">
                <a16:creationId xmlns:a16="http://schemas.microsoft.com/office/drawing/2014/main" id="{3EAFCEF9-DC0E-1F2C-D330-5318AD47A406}"/>
              </a:ext>
            </a:extLst>
          </p:cNvPr>
          <p:cNvSpPr txBox="1"/>
          <p:nvPr/>
        </p:nvSpPr>
        <p:spPr>
          <a:xfrm>
            <a:off x="10310580" y="5395501"/>
            <a:ext cx="1848253" cy="74879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>
            <a:defPPr>
              <a:defRPr lang="en-US"/>
            </a:defPPr>
            <a:lvl1pPr marL="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0477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53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30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907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84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61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338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8156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100" b="1" dirty="0">
                <a:solidFill>
                  <a:schemeClr val="bg1">
                    <a:lumMod val="95000"/>
                  </a:schemeClr>
                </a:solidFill>
                <a:latin typeface="Roboto"/>
                <a:ea typeface="Roboto"/>
                <a:cs typeface="Roboto"/>
              </a:rPr>
              <a:t>and many more …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8E4751C-9A0B-DDC1-C4CC-9F5A6F8F9D53}"/>
              </a:ext>
            </a:extLst>
          </p:cNvPr>
          <p:cNvPicPr>
            <a:picLocks noChangeAspect="1"/>
          </p:cNvPicPr>
          <p:nvPr/>
        </p:nvPicPr>
        <p:blipFill>
          <a:blip r:embed="rId36"/>
          <a:stretch>
            <a:fillRect/>
          </a:stretch>
        </p:blipFill>
        <p:spPr>
          <a:xfrm>
            <a:off x="9223041" y="5140751"/>
            <a:ext cx="1233680" cy="1158240"/>
          </a:xfrm>
          <a:prstGeom prst="ellipse">
            <a:avLst/>
          </a:prstGeom>
          <a:ln>
            <a:noFill/>
          </a:ln>
          <a:effectLst>
            <a:softEdge rad="0"/>
          </a:effectLst>
        </p:spPr>
      </p:pic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85F6865F-AFF7-C069-13D3-4CF17A60A927}"/>
              </a:ext>
            </a:extLst>
          </p:cNvPr>
          <p:cNvSpPr/>
          <p:nvPr/>
        </p:nvSpPr>
        <p:spPr>
          <a:xfrm>
            <a:off x="-190500" y="504671"/>
            <a:ext cx="4391026" cy="684362"/>
          </a:xfrm>
          <a:prstGeom prst="roundRect">
            <a:avLst/>
          </a:prstGeom>
          <a:solidFill>
            <a:srgbClr val="999EA2">
              <a:alpha val="49000"/>
            </a:srgbClr>
          </a:solidFill>
          <a:ln w="1905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4" name="Title 1">
            <a:extLst>
              <a:ext uri="{FF2B5EF4-FFF2-40B4-BE49-F238E27FC236}">
                <a16:creationId xmlns:a16="http://schemas.microsoft.com/office/drawing/2014/main" id="{B23B0314-A729-3D18-B4B3-643F1874B98B}"/>
              </a:ext>
            </a:extLst>
          </p:cNvPr>
          <p:cNvSpPr txBox="1">
            <a:spLocks/>
          </p:cNvSpPr>
          <p:nvPr/>
        </p:nvSpPr>
        <p:spPr>
          <a:xfrm>
            <a:off x="268225" y="504671"/>
            <a:ext cx="3664077" cy="68436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i="0" kern="1200">
                <a:solidFill>
                  <a:srgbClr val="003478"/>
                </a:solidFill>
                <a:latin typeface="+mn-lt"/>
                <a:ea typeface="+mj-ea"/>
                <a:cs typeface="Arial" panose="020B0604020202020204" pitchFamily="34" charset="0"/>
              </a:defRPr>
            </a:lvl1pPr>
          </a:lstStyle>
          <a:p>
            <a:pPr algn="ctr">
              <a:defRPr/>
            </a:pPr>
            <a:r>
              <a:rPr lang="en-US" sz="3600">
                <a:solidFill>
                  <a:sysClr val="window" lastClr="FFFFFF"/>
                </a:solidFill>
                <a:effectLst>
                  <a:outerShdw blurRad="50800" dist="38100" algn="l" rotWithShape="0">
                    <a:prstClr val="black">
                      <a:alpha val="40000"/>
                    </a:prstClr>
                  </a:outerShdw>
                </a:effectLst>
                <a:latin typeface="Aptos"/>
                <a:cs typeface="Arial"/>
              </a:rPr>
              <a:t>Experiences</a:t>
            </a:r>
            <a:endParaRPr lang="en-US"/>
          </a:p>
        </p:txBody>
      </p:sp>
      <p:sp>
        <p:nvSpPr>
          <p:cNvPr id="26" name="Title 25">
            <a:extLst>
              <a:ext uri="{FF2B5EF4-FFF2-40B4-BE49-F238E27FC236}">
                <a16:creationId xmlns:a16="http://schemas.microsoft.com/office/drawing/2014/main" id="{1EF35FB1-700B-DA92-9F7D-64428A7AF5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6977223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A8E8A9-41EA-C1D6-2AEB-D7DF6F4E18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1D68C40-7ECD-8669-6A6E-D8FD9EEE75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82DCC-D04E-4D47-9D43-E3DC1FE8FBCC}" type="slidenum">
              <a:rPr lang="en-US" smtClean="0"/>
              <a:t>6</a:t>
            </a:fld>
            <a:endParaRPr lang="en-US"/>
          </a:p>
        </p:txBody>
      </p:sp>
      <p:sp>
        <p:nvSpPr>
          <p:cNvPr id="5" name="Freeform 6">
            <a:extLst>
              <a:ext uri="{FF2B5EF4-FFF2-40B4-BE49-F238E27FC236}">
                <a16:creationId xmlns:a16="http://schemas.microsoft.com/office/drawing/2014/main" id="{0C0CEF92-1133-7D37-958A-74326C81510C}"/>
              </a:ext>
            </a:extLst>
          </p:cNvPr>
          <p:cNvSpPr/>
          <p:nvPr/>
        </p:nvSpPr>
        <p:spPr>
          <a:xfrm rot="18027445">
            <a:off x="-473652" y="-2107061"/>
            <a:ext cx="13947506" cy="8735950"/>
          </a:xfrm>
          <a:custGeom>
            <a:avLst/>
            <a:gdLst/>
            <a:ahLst/>
            <a:cxnLst/>
            <a:rect l="l" t="t" r="r" b="b"/>
            <a:pathLst>
              <a:path w="4441263" h="4114800">
                <a:moveTo>
                  <a:pt x="0" y="0"/>
                </a:moveTo>
                <a:lnTo>
                  <a:pt x="4441263" y="0"/>
                </a:lnTo>
                <a:lnTo>
                  <a:pt x="4441263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 dpi="0" rotWithShape="1">
            <a:blip>
              <a:alphaModFix amt="50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2D672137-F036-136E-BC8F-17027D313AC1}"/>
              </a:ext>
            </a:extLst>
          </p:cNvPr>
          <p:cNvSpPr/>
          <p:nvPr/>
        </p:nvSpPr>
        <p:spPr>
          <a:xfrm>
            <a:off x="2999474" y="2260914"/>
            <a:ext cx="5743575" cy="2336172"/>
          </a:xfrm>
          <a:prstGeom prst="roundRect">
            <a:avLst>
              <a:gd name="adj" fmla="val 9512"/>
            </a:avLst>
          </a:prstGeom>
          <a:solidFill>
            <a:srgbClr val="073763">
              <a:alpha val="95000"/>
            </a:srgbClr>
          </a:solidFill>
          <a:ln w="38100">
            <a:solidFill>
              <a:srgbClr val="07376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4">
            <a:extLst>
              <a:ext uri="{FF2B5EF4-FFF2-40B4-BE49-F238E27FC236}">
                <a16:creationId xmlns:a16="http://schemas.microsoft.com/office/drawing/2014/main" id="{4C4B2642-0197-A564-6823-5C268570C8BA}"/>
              </a:ext>
            </a:extLst>
          </p:cNvPr>
          <p:cNvSpPr txBox="1"/>
          <p:nvPr/>
        </p:nvSpPr>
        <p:spPr>
          <a:xfrm>
            <a:off x="3246518" y="2544143"/>
            <a:ext cx="5415610" cy="1769715"/>
          </a:xfrm>
          <a:prstGeom prst="rect">
            <a:avLst/>
          </a:prstGeom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txBody>
          <a:bodyPr wrap="square" lIns="0" tIns="0" rIns="0" bIns="0" rtlCol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500" b="1" i="0" u="none" strike="noStrike" kern="1200" cap="none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Poppins Bold" panose="00000800000000000000" pitchFamily="2" charset="0"/>
                <a:ea typeface="Poppins Bold"/>
                <a:cs typeface="Poppins Bold" panose="00000800000000000000" pitchFamily="2" charset="0"/>
                <a:sym typeface="Poppins Bold"/>
              </a:rPr>
              <a:t>GAIT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C3586711-19C8-D941-77C7-8460FF7985F4}"/>
              </a:ext>
            </a:extLst>
          </p:cNvPr>
          <p:cNvSpPr/>
          <p:nvPr/>
        </p:nvSpPr>
        <p:spPr>
          <a:xfrm>
            <a:off x="-5359400" y="504671"/>
            <a:ext cx="4391026" cy="684362"/>
          </a:xfrm>
          <a:prstGeom prst="roundRect">
            <a:avLst/>
          </a:prstGeom>
          <a:solidFill>
            <a:srgbClr val="999EA2">
              <a:alpha val="49000"/>
            </a:srgbClr>
          </a:solidFill>
          <a:ln w="1905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1" name="Title 1">
            <a:extLst>
              <a:ext uri="{FF2B5EF4-FFF2-40B4-BE49-F238E27FC236}">
                <a16:creationId xmlns:a16="http://schemas.microsoft.com/office/drawing/2014/main" id="{A633EAC5-D24A-F036-7ACD-1DD55C8FBD04}"/>
              </a:ext>
            </a:extLst>
          </p:cNvPr>
          <p:cNvSpPr txBox="1">
            <a:spLocks/>
          </p:cNvSpPr>
          <p:nvPr/>
        </p:nvSpPr>
        <p:spPr>
          <a:xfrm>
            <a:off x="-4900675" y="504671"/>
            <a:ext cx="3664077" cy="68436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i="0" kern="1200">
                <a:solidFill>
                  <a:srgbClr val="003478"/>
                </a:solidFill>
                <a:latin typeface="+mn-lt"/>
                <a:ea typeface="+mj-ea"/>
                <a:cs typeface="Arial" panose="020B0604020202020204" pitchFamily="34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>
                <a:ln>
                  <a:noFill/>
                </a:ln>
                <a:solidFill>
                  <a:sysClr val="window" lastClr="FFFFFF"/>
                </a:solidFill>
                <a:effectLst>
                  <a:outerShdw blurRad="50800" dist="38100" algn="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Aptos" panose="02110004020202020204"/>
                <a:ea typeface="+mj-ea"/>
                <a:cs typeface="Arial" panose="020B0604020202020204" pitchFamily="34" charset="0"/>
              </a:rPr>
              <a:t>Team Structure</a:t>
            </a:r>
          </a:p>
        </p:txBody>
      </p:sp>
    </p:spTree>
    <p:extLst>
      <p:ext uri="{BB962C8B-B14F-4D97-AF65-F5344CB8AC3E}">
        <p14:creationId xmlns:p14="http://schemas.microsoft.com/office/powerpoint/2010/main" val="10454546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819C29-784C-ECEB-EBF7-4024E217BF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328D8FDE-ADE2-76F0-1C12-517827516C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82DCC-D04E-4D47-9D43-E3DC1FE8FBCC}" type="slidenum">
              <a:rPr lang="en-US" smtClean="0"/>
              <a:t>7</a:t>
            </a:fld>
            <a:endParaRPr lang="en-US"/>
          </a:p>
        </p:txBody>
      </p:sp>
      <p:sp>
        <p:nvSpPr>
          <p:cNvPr id="8" name="Freeform 3">
            <a:extLst>
              <a:ext uri="{FF2B5EF4-FFF2-40B4-BE49-F238E27FC236}">
                <a16:creationId xmlns:a16="http://schemas.microsoft.com/office/drawing/2014/main" id="{786E140E-1F0C-020C-1E44-F2F172242153}"/>
              </a:ext>
            </a:extLst>
          </p:cNvPr>
          <p:cNvSpPr/>
          <p:nvPr/>
        </p:nvSpPr>
        <p:spPr>
          <a:xfrm>
            <a:off x="-691738" y="1995648"/>
            <a:ext cx="6062154" cy="6073196"/>
          </a:xfrm>
          <a:custGeom>
            <a:avLst/>
            <a:gdLst/>
            <a:ahLst/>
            <a:cxnLst/>
            <a:rect l="l" t="t" r="r" b="b"/>
            <a:pathLst>
              <a:path w="2862684" h="2867898">
                <a:moveTo>
                  <a:pt x="0" y="0"/>
                </a:moveTo>
                <a:lnTo>
                  <a:pt x="2862683" y="0"/>
                </a:lnTo>
                <a:lnTo>
                  <a:pt x="2862683" y="2867898"/>
                </a:lnTo>
                <a:lnTo>
                  <a:pt x="0" y="286789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812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BDBDF1A0-ABEF-D387-2573-376DCBEE38E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92057" y="2866453"/>
            <a:ext cx="7290143" cy="11250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789632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523545-BCF1-AB2C-0C75-FAC021F839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3">
            <a:extLst>
              <a:ext uri="{FF2B5EF4-FFF2-40B4-BE49-F238E27FC236}">
                <a16:creationId xmlns:a16="http://schemas.microsoft.com/office/drawing/2014/main" id="{19E78A2F-19E6-B58E-B52C-89A09EFBE090}"/>
              </a:ext>
            </a:extLst>
          </p:cNvPr>
          <p:cNvSpPr/>
          <p:nvPr/>
        </p:nvSpPr>
        <p:spPr>
          <a:xfrm>
            <a:off x="-756215" y="1724447"/>
            <a:ext cx="6062154" cy="6073196"/>
          </a:xfrm>
          <a:custGeom>
            <a:avLst/>
            <a:gdLst/>
            <a:ahLst/>
            <a:cxnLst/>
            <a:rect l="l" t="t" r="r" b="b"/>
            <a:pathLst>
              <a:path w="2862684" h="2867898">
                <a:moveTo>
                  <a:pt x="0" y="0"/>
                </a:moveTo>
                <a:lnTo>
                  <a:pt x="2862683" y="0"/>
                </a:lnTo>
                <a:lnTo>
                  <a:pt x="2862683" y="2867898"/>
                </a:lnTo>
                <a:lnTo>
                  <a:pt x="0" y="286789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 sz="3812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9919D910-930B-51D9-9C50-4833E571F9FA}"/>
              </a:ext>
            </a:extLst>
          </p:cNvPr>
          <p:cNvSpPr txBox="1">
            <a:spLocks/>
          </p:cNvSpPr>
          <p:nvPr/>
        </p:nvSpPr>
        <p:spPr>
          <a:xfrm>
            <a:off x="739140" y="2660650"/>
            <a:ext cx="10713721" cy="153670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3500" b="1" dirty="0" err="1">
                <a:solidFill>
                  <a:schemeClr val="bg1"/>
                </a:solidFill>
                <a:latin typeface="Poppins Bold" panose="00000800000000000000" pitchFamily="2" charset="0"/>
                <a:cs typeface="Poppins Bold" panose="00000800000000000000" pitchFamily="2" charset="0"/>
              </a:rPr>
              <a:t>ModSim</a:t>
            </a:r>
            <a:endParaRPr lang="en-US" sz="13500" b="1" dirty="0">
              <a:solidFill>
                <a:schemeClr val="bg1"/>
              </a:solidFill>
              <a:latin typeface="Poppins Bold" panose="00000800000000000000" pitchFamily="2" charset="0"/>
              <a:cs typeface="Poppins Bold" panose="00000800000000000000" pitchFamily="2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1937F4-9B5E-4934-7AC4-7590CC9803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82DCC-D04E-4D47-9D43-E3DC1FE8FBCC}" type="slidenum">
              <a:rPr lang="en-US" smtClean="0">
                <a:solidFill>
                  <a:schemeClr val="bg2">
                    <a:lumMod val="90000"/>
                  </a:schemeClr>
                </a:solidFill>
              </a:rPr>
              <a:t>8</a:t>
            </a:fld>
            <a:endParaRPr lang="en-US">
              <a:solidFill>
                <a:schemeClr val="bg2">
                  <a:lumMod val="9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0304911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8F8992-2A98-9F82-60F0-F053CD3846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74C1A49-C632-72D7-7482-597D1DB737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82DCC-D04E-4D47-9D43-E3DC1FE8FBCC}" type="slidenum">
              <a:rPr lang="en-US" smtClean="0"/>
              <a:t>9</a:t>
            </a:fld>
            <a:endParaRPr lang="en-US"/>
          </a:p>
        </p:txBody>
      </p:sp>
      <p:sp>
        <p:nvSpPr>
          <p:cNvPr id="5" name="Freeform 6">
            <a:extLst>
              <a:ext uri="{FF2B5EF4-FFF2-40B4-BE49-F238E27FC236}">
                <a16:creationId xmlns:a16="http://schemas.microsoft.com/office/drawing/2014/main" id="{7D30721F-7FC1-4FFE-BF07-A01DE86DA175}"/>
              </a:ext>
            </a:extLst>
          </p:cNvPr>
          <p:cNvSpPr/>
          <p:nvPr/>
        </p:nvSpPr>
        <p:spPr>
          <a:xfrm rot="18027445">
            <a:off x="-473652" y="-2107061"/>
            <a:ext cx="13947506" cy="8735950"/>
          </a:xfrm>
          <a:custGeom>
            <a:avLst/>
            <a:gdLst/>
            <a:ahLst/>
            <a:cxnLst/>
            <a:rect l="l" t="t" r="r" b="b"/>
            <a:pathLst>
              <a:path w="4441263" h="4114800">
                <a:moveTo>
                  <a:pt x="0" y="0"/>
                </a:moveTo>
                <a:lnTo>
                  <a:pt x="4441263" y="0"/>
                </a:lnTo>
                <a:lnTo>
                  <a:pt x="4441263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 dpi="0" rotWithShape="1">
            <a:blip>
              <a:alphaModFix amt="50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FAAA183E-ACAD-72AB-F09A-7E7F39943ADC}"/>
              </a:ext>
            </a:extLst>
          </p:cNvPr>
          <p:cNvSpPr/>
          <p:nvPr/>
        </p:nvSpPr>
        <p:spPr>
          <a:xfrm>
            <a:off x="1102128" y="1448069"/>
            <a:ext cx="8964364" cy="3961862"/>
          </a:xfrm>
          <a:prstGeom prst="roundRect">
            <a:avLst>
              <a:gd name="adj" fmla="val 9512"/>
            </a:avLst>
          </a:prstGeom>
          <a:solidFill>
            <a:srgbClr val="073763">
              <a:alpha val="95000"/>
            </a:srgbClr>
          </a:solidFill>
          <a:ln w="38100">
            <a:solidFill>
              <a:srgbClr val="07376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4">
            <a:extLst>
              <a:ext uri="{FF2B5EF4-FFF2-40B4-BE49-F238E27FC236}">
                <a16:creationId xmlns:a16="http://schemas.microsoft.com/office/drawing/2014/main" id="{1A9C1284-FF79-1DDD-6F40-D9FA5CA76FFB}"/>
              </a:ext>
            </a:extLst>
          </p:cNvPr>
          <p:cNvSpPr txBox="1"/>
          <p:nvPr/>
        </p:nvSpPr>
        <p:spPr>
          <a:xfrm>
            <a:off x="1255877" y="1659285"/>
            <a:ext cx="8656866" cy="3539430"/>
          </a:xfrm>
          <a:prstGeom prst="rect">
            <a:avLst/>
          </a:prstGeom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txBody>
          <a:bodyPr wrap="square" lIns="0" tIns="0" rIns="0" bIns="0" rtlCol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500" b="1" i="0" u="none" strike="noStrike" kern="1200" cap="none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Poppins Bold" panose="00000800000000000000" pitchFamily="2" charset="0"/>
                <a:ea typeface="Poppins Bold"/>
                <a:cs typeface="Poppins Bold" panose="00000800000000000000" pitchFamily="2" charset="0"/>
                <a:sym typeface="Poppins Bold"/>
              </a:rPr>
              <a:t>AI for Operations</a:t>
            </a:r>
          </a:p>
        </p:txBody>
      </p:sp>
    </p:spTree>
    <p:extLst>
      <p:ext uri="{BB962C8B-B14F-4D97-AF65-F5344CB8AC3E}">
        <p14:creationId xmlns:p14="http://schemas.microsoft.com/office/powerpoint/2010/main" val="214322908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C203CC-51C3-64C4-E52D-D368D16B4A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3">
            <a:extLst>
              <a:ext uri="{FF2B5EF4-FFF2-40B4-BE49-F238E27FC236}">
                <a16:creationId xmlns:a16="http://schemas.microsoft.com/office/drawing/2014/main" id="{0E574E6D-153C-3B51-55E2-6AECA43E8953}"/>
              </a:ext>
            </a:extLst>
          </p:cNvPr>
          <p:cNvSpPr/>
          <p:nvPr/>
        </p:nvSpPr>
        <p:spPr>
          <a:xfrm>
            <a:off x="-756215" y="1724447"/>
            <a:ext cx="6062154" cy="6073196"/>
          </a:xfrm>
          <a:custGeom>
            <a:avLst/>
            <a:gdLst/>
            <a:ahLst/>
            <a:cxnLst/>
            <a:rect l="l" t="t" r="r" b="b"/>
            <a:pathLst>
              <a:path w="2862684" h="2867898">
                <a:moveTo>
                  <a:pt x="0" y="0"/>
                </a:moveTo>
                <a:lnTo>
                  <a:pt x="2862683" y="0"/>
                </a:lnTo>
                <a:lnTo>
                  <a:pt x="2862683" y="2867898"/>
                </a:lnTo>
                <a:lnTo>
                  <a:pt x="0" y="286789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 sz="3812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17C7E277-4440-363B-9956-406399A4C286}"/>
              </a:ext>
            </a:extLst>
          </p:cNvPr>
          <p:cNvSpPr txBox="1">
            <a:spLocks/>
          </p:cNvSpPr>
          <p:nvPr/>
        </p:nvSpPr>
        <p:spPr>
          <a:xfrm>
            <a:off x="739140" y="2660650"/>
            <a:ext cx="10713721" cy="153670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3500" b="1" dirty="0">
                <a:solidFill>
                  <a:schemeClr val="bg1"/>
                </a:solidFill>
                <a:latin typeface="Poppins Bold" panose="00000800000000000000" pitchFamily="2" charset="0"/>
                <a:cs typeface="Poppins Bold" panose="00000800000000000000" pitchFamily="2" charset="0"/>
              </a:rPr>
              <a:t>1LMX (?)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74F1D15-37D8-00D0-13F8-1C917CE73A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82DCC-D04E-4D47-9D43-E3DC1FE8FBCC}" type="slidenum">
              <a:rPr lang="en-US" smtClean="0">
                <a:solidFill>
                  <a:schemeClr val="bg2">
                    <a:lumMod val="90000"/>
                  </a:schemeClr>
                </a:solidFill>
              </a:rPr>
              <a:t>10</a:t>
            </a:fld>
            <a:endParaRPr lang="en-US">
              <a:solidFill>
                <a:schemeClr val="bg2">
                  <a:lumMod val="9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1191842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5D0658-345A-3B76-E832-F178CD8B0F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0DB279-8F7C-C01B-BCE0-19FB927780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82DCC-D04E-4D47-9D43-E3DC1FE8FBCC}" type="slidenum">
              <a:rPr lang="en-US" smtClean="0"/>
              <a:t>11</a:t>
            </a:fld>
            <a:endParaRPr lang="en-US"/>
          </a:p>
        </p:txBody>
      </p:sp>
      <p:sp>
        <p:nvSpPr>
          <p:cNvPr id="5" name="Freeform 6">
            <a:extLst>
              <a:ext uri="{FF2B5EF4-FFF2-40B4-BE49-F238E27FC236}">
                <a16:creationId xmlns:a16="http://schemas.microsoft.com/office/drawing/2014/main" id="{7451D392-F406-7488-9097-299C33192D9D}"/>
              </a:ext>
            </a:extLst>
          </p:cNvPr>
          <p:cNvSpPr/>
          <p:nvPr/>
        </p:nvSpPr>
        <p:spPr>
          <a:xfrm rot="18027445">
            <a:off x="-473652" y="-2107061"/>
            <a:ext cx="13947506" cy="8735950"/>
          </a:xfrm>
          <a:custGeom>
            <a:avLst/>
            <a:gdLst/>
            <a:ahLst/>
            <a:cxnLst/>
            <a:rect l="l" t="t" r="r" b="b"/>
            <a:pathLst>
              <a:path w="4441263" h="4114800">
                <a:moveTo>
                  <a:pt x="0" y="0"/>
                </a:moveTo>
                <a:lnTo>
                  <a:pt x="4441263" y="0"/>
                </a:lnTo>
                <a:lnTo>
                  <a:pt x="4441263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 dpi="0" rotWithShape="1">
            <a:blip>
              <a:alphaModFix amt="50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C0A6CCF4-1D63-6EED-9304-9D78E5518099}"/>
              </a:ext>
            </a:extLst>
          </p:cNvPr>
          <p:cNvSpPr/>
          <p:nvPr/>
        </p:nvSpPr>
        <p:spPr>
          <a:xfrm>
            <a:off x="2549796" y="2534027"/>
            <a:ext cx="6069027" cy="1980931"/>
          </a:xfrm>
          <a:prstGeom prst="roundRect">
            <a:avLst>
              <a:gd name="adj" fmla="val 9512"/>
            </a:avLst>
          </a:prstGeom>
          <a:solidFill>
            <a:srgbClr val="073763">
              <a:alpha val="95000"/>
            </a:srgbClr>
          </a:solidFill>
          <a:ln w="38100">
            <a:solidFill>
              <a:srgbClr val="07376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4">
            <a:extLst>
              <a:ext uri="{FF2B5EF4-FFF2-40B4-BE49-F238E27FC236}">
                <a16:creationId xmlns:a16="http://schemas.microsoft.com/office/drawing/2014/main" id="{10D62F11-6212-DE62-1D14-1C2BBDAF296F}"/>
              </a:ext>
            </a:extLst>
          </p:cNvPr>
          <p:cNvSpPr txBox="1"/>
          <p:nvPr/>
        </p:nvSpPr>
        <p:spPr>
          <a:xfrm>
            <a:off x="1255876" y="2639634"/>
            <a:ext cx="8656866" cy="1769715"/>
          </a:xfrm>
          <a:prstGeom prst="rect">
            <a:avLst/>
          </a:prstGeom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txBody>
          <a:bodyPr wrap="square" lIns="0" tIns="0" rIns="0" bIns="0" rtlCol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500" b="1" i="0" u="none" strike="noStrike" kern="1200" cap="none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Poppins Bold" panose="00000800000000000000" pitchFamily="2" charset="0"/>
                <a:ea typeface="Poppins Bold"/>
                <a:cs typeface="Poppins Bold" panose="00000800000000000000" pitchFamily="2" charset="0"/>
                <a:sym typeface="Poppins Bold"/>
              </a:rPr>
              <a:t>RSA</a:t>
            </a:r>
          </a:p>
        </p:txBody>
      </p:sp>
    </p:spTree>
    <p:extLst>
      <p:ext uri="{BB962C8B-B14F-4D97-AF65-F5344CB8AC3E}">
        <p14:creationId xmlns:p14="http://schemas.microsoft.com/office/powerpoint/2010/main" val="52748763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DCCCBC-5FBB-3922-B637-C3CA255334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3">
            <a:extLst>
              <a:ext uri="{FF2B5EF4-FFF2-40B4-BE49-F238E27FC236}">
                <a16:creationId xmlns:a16="http://schemas.microsoft.com/office/drawing/2014/main" id="{EB6C32DC-6F1A-961F-68A6-9003C8915CBA}"/>
              </a:ext>
            </a:extLst>
          </p:cNvPr>
          <p:cNvSpPr/>
          <p:nvPr/>
        </p:nvSpPr>
        <p:spPr>
          <a:xfrm>
            <a:off x="-756215" y="1724447"/>
            <a:ext cx="6062154" cy="6073196"/>
          </a:xfrm>
          <a:custGeom>
            <a:avLst/>
            <a:gdLst/>
            <a:ahLst/>
            <a:cxnLst/>
            <a:rect l="l" t="t" r="r" b="b"/>
            <a:pathLst>
              <a:path w="2862684" h="2867898">
                <a:moveTo>
                  <a:pt x="0" y="0"/>
                </a:moveTo>
                <a:lnTo>
                  <a:pt x="2862683" y="0"/>
                </a:lnTo>
                <a:lnTo>
                  <a:pt x="2862683" y="2867898"/>
                </a:lnTo>
                <a:lnTo>
                  <a:pt x="0" y="286789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 sz="3812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B1D354C6-0D8C-3F9F-3C19-209EFAB98E48}"/>
              </a:ext>
            </a:extLst>
          </p:cNvPr>
          <p:cNvSpPr txBox="1">
            <a:spLocks/>
          </p:cNvSpPr>
          <p:nvPr/>
        </p:nvSpPr>
        <p:spPr>
          <a:xfrm>
            <a:off x="606903" y="1724447"/>
            <a:ext cx="10862141" cy="4686918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3500" b="1" dirty="0">
                <a:solidFill>
                  <a:schemeClr val="bg1"/>
                </a:solidFill>
                <a:latin typeface="Poppins Bold" panose="00000800000000000000" pitchFamily="2" charset="0"/>
                <a:cs typeface="Poppins Bold" panose="00000800000000000000" pitchFamily="2" charset="0"/>
              </a:rPr>
              <a:t>Systems Engineering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37B2B1B-0B7B-CF9C-FB75-1133777E77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82DCC-D04E-4D47-9D43-E3DC1FE8FBCC}" type="slidenum">
              <a:rPr lang="en-US" smtClean="0">
                <a:solidFill>
                  <a:schemeClr val="bg2">
                    <a:lumMod val="90000"/>
                  </a:schemeClr>
                </a:solidFill>
              </a:rPr>
              <a:t>12</a:t>
            </a:fld>
            <a:endParaRPr lang="en-US">
              <a:solidFill>
                <a:schemeClr val="bg2">
                  <a:lumMod val="9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04868600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Custom 20">
      <a:dk1>
        <a:srgbClr val="000000"/>
      </a:dk1>
      <a:lt1>
        <a:srgbClr val="FFFFFF"/>
      </a:lt1>
      <a:dk2>
        <a:srgbClr val="414042"/>
      </a:dk2>
      <a:lt2>
        <a:srgbClr val="F7F8F9"/>
      </a:lt2>
      <a:accent1>
        <a:srgbClr val="002F6C"/>
      </a:accent1>
      <a:accent2>
        <a:srgbClr val="00809E"/>
      </a:accent2>
      <a:accent3>
        <a:srgbClr val="00968F"/>
      </a:accent3>
      <a:accent4>
        <a:srgbClr val="F7D117"/>
      </a:accent4>
      <a:accent5>
        <a:srgbClr val="64B3E8"/>
      </a:accent5>
      <a:accent6>
        <a:srgbClr val="A4899F"/>
      </a:accent6>
      <a:hlink>
        <a:srgbClr val="0563C1"/>
      </a:hlink>
      <a:folHlink>
        <a:srgbClr val="A4899F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Lockheed-Martin-PowerPoint.potx" id="{E21B40B0-029D-4BD9-9C46-7C02CF1F1EA4}" vid="{439720E5-7AF8-42BE-BE6E-EC98CD16C03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E5D7084D6AC3D43ABB6786AB9F38B91" ma:contentTypeVersion="16" ma:contentTypeDescription="Create a new document." ma:contentTypeScope="" ma:versionID="1e6f37dd0c23e04c1a392d7a137a3f37">
  <xsd:schema xmlns:xsd="http://www.w3.org/2001/XMLSchema" xmlns:xs="http://www.w3.org/2001/XMLSchema" xmlns:p="http://schemas.microsoft.com/office/2006/metadata/properties" xmlns:ns2="38e1b18b-b07f-41d0-b41d-d4c7e702404f" xmlns:ns3="e0771948-1f02-4223-abf9-2070eccbd0c1" targetNamespace="http://schemas.microsoft.com/office/2006/metadata/properties" ma:root="true" ma:fieldsID="c5148edb90762df485e32916dff14655" ns2:_="" ns3:_="">
    <xsd:import namespace="38e1b18b-b07f-41d0-b41d-d4c7e702404f"/>
    <xsd:import namespace="e0771948-1f02-4223-abf9-2070eccbd0c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3:SharedWithUsers" minOccurs="0"/>
                <xsd:element ref="ns3:SharedWithDetail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Location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8e1b18b-b07f-41d0-b41d-d4c7e702404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4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7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9" nillable="true" ma:taxonomy="true" ma:internalName="lcf76f155ced4ddcb4097134ff3c332f" ma:taxonomyFieldName="MediaServiceImageTags" ma:displayName="Image Tags" ma:readOnly="false" ma:fieldId="{5cf76f15-5ced-4ddc-b409-7134ff3c332f}" ma:taxonomyMulti="true" ma:sspId="0517c863-f022-4ad7-9ee9-eb5cd151231f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2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22" nillable="true" ma:displayName="Location" ma:indexed="true" ma:internalName="MediaServiceLocation" ma:readOnly="true">
      <xsd:simpleType>
        <xsd:restriction base="dms:Text"/>
      </xsd:simpleType>
    </xsd:element>
    <xsd:element name="MediaServiceBillingMetadata" ma:index="23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0771948-1f02-4223-abf9-2070eccbd0c1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0" nillable="true" ma:displayName="Taxonomy Catch All Column" ma:hidden="true" ma:list="{2bf8ef49-f2ff-4959-836a-c340c9ea6106}" ma:internalName="TaxCatchAll" ma:showField="CatchAllData" ma:web="e0771948-1f02-4223-abf9-2070eccbd0c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e0771948-1f02-4223-abf9-2070eccbd0c1" xsi:nil="true"/>
    <lcf76f155ced4ddcb4097134ff3c332f xmlns="38e1b18b-b07f-41d0-b41d-d4c7e702404f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FD0DEA58-EBB4-49DE-8C09-8E0D49EC0348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C6599297-C4EE-42D6-9CB0-E2A60FCF3F3C}">
  <ds:schemaRefs>
    <ds:schemaRef ds:uri="38e1b18b-b07f-41d0-b41d-d4c7e702404f"/>
    <ds:schemaRef ds:uri="e0771948-1f02-4223-abf9-2070eccbd0c1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DFEB5C57-B354-4DA7-AD94-3C67BBF6F80C}">
  <ds:schemaRefs>
    <ds:schemaRef ds:uri="38e1b18b-b07f-41d0-b41d-d4c7e702404f"/>
    <ds:schemaRef ds:uri="e0771948-1f02-4223-abf9-2070eccbd0c1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81</Words>
  <Application>Microsoft Office PowerPoint</Application>
  <PresentationFormat>Widescreen</PresentationFormat>
  <Paragraphs>27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12</vt:i4>
      </vt:variant>
    </vt:vector>
  </HeadingPairs>
  <TitlesOfParts>
    <vt:vector size="23" baseType="lpstr">
      <vt:lpstr>Aptos</vt:lpstr>
      <vt:lpstr>Arial</vt:lpstr>
      <vt:lpstr>Arial Nova Cond</vt:lpstr>
      <vt:lpstr>Calibri</vt:lpstr>
      <vt:lpstr>Helios</vt:lpstr>
      <vt:lpstr>Klein Bold</vt:lpstr>
      <vt:lpstr>Poppins Bold</vt:lpstr>
      <vt:lpstr>Roboto</vt:lpstr>
      <vt:lpstr>Symbol</vt:lpstr>
      <vt:lpstr>1_Office Theme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Di Francesco, Edoardo A (AE)</dc:creator>
  <cp:lastModifiedBy>Rashid, Noor A (AE)</cp:lastModifiedBy>
  <cp:revision>113</cp:revision>
  <dcterms:created xsi:type="dcterms:W3CDTF">2026-01-26T08:12:19Z</dcterms:created>
  <dcterms:modified xsi:type="dcterms:W3CDTF">2026-08-04T07:21:37Z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a73ca52e-5961-4044-a976-c392e4b7ea3a_Enabled">
    <vt:lpwstr>true</vt:lpwstr>
  </property>
  <property fmtid="{D5CDD505-2E9C-101B-9397-08002B2CF9AE}" pid="3" name="MSIP_Label_a73ca52e-5961-4044-a976-c392e4b7ea3a_SetDate">
    <vt:lpwstr>2026-01-26T08:37:25Z</vt:lpwstr>
  </property>
  <property fmtid="{D5CDD505-2E9C-101B-9397-08002B2CF9AE}" pid="4" name="MSIP_Label_a73ca52e-5961-4044-a976-c392e4b7ea3a_Method">
    <vt:lpwstr>Privileged</vt:lpwstr>
  </property>
  <property fmtid="{D5CDD505-2E9C-101B-9397-08002B2CF9AE}" pid="5" name="MSIP_Label_a73ca52e-5961-4044-a976-c392e4b7ea3a_Name">
    <vt:lpwstr>Lockheed Martin Proprietary Information (LMPI)</vt:lpwstr>
  </property>
  <property fmtid="{D5CDD505-2E9C-101B-9397-08002B2CF9AE}" pid="6" name="MSIP_Label_a73ca52e-5961-4044-a976-c392e4b7ea3a_SiteId">
    <vt:lpwstr>3465c5b6-dc75-4b16-8bc3-8e00d98d1b0d</vt:lpwstr>
  </property>
  <property fmtid="{D5CDD505-2E9C-101B-9397-08002B2CF9AE}" pid="7" name="MSIP_Label_a73ca52e-5961-4044-a976-c392e4b7ea3a_ActionId">
    <vt:lpwstr>adccc1f6-141a-48f9-a877-43621e833812</vt:lpwstr>
  </property>
  <property fmtid="{D5CDD505-2E9C-101B-9397-08002B2CF9AE}" pid="8" name="MSIP_Label_a73ca52e-5961-4044-a976-c392e4b7ea3a_ContentBits">
    <vt:lpwstr>3</vt:lpwstr>
  </property>
  <property fmtid="{D5CDD505-2E9C-101B-9397-08002B2CF9AE}" pid="9" name="MSIP_Label_a73ca52e-5961-4044-a976-c392e4b7ea3a_Tag">
    <vt:lpwstr>10, 0, 1, 1</vt:lpwstr>
  </property>
  <property fmtid="{D5CDD505-2E9C-101B-9397-08002B2CF9AE}" pid="10" name="ClassificationContentMarkingFooterLocations">
    <vt:lpwstr>Office Theme:10</vt:lpwstr>
  </property>
  <property fmtid="{D5CDD505-2E9C-101B-9397-08002B2CF9AE}" pid="11" name="ClassificationContentMarkingFooterText">
    <vt:lpwstr>Lockheed Martin Proprietary Information</vt:lpwstr>
  </property>
  <property fmtid="{D5CDD505-2E9C-101B-9397-08002B2CF9AE}" pid="12" name="ClassificationContentMarkingHeaderLocations">
    <vt:lpwstr>Office Theme:9</vt:lpwstr>
  </property>
  <property fmtid="{D5CDD505-2E9C-101B-9397-08002B2CF9AE}" pid="13" name="ClassificationContentMarkingHeaderText">
    <vt:lpwstr>Lockheed Martin Proprietary Information</vt:lpwstr>
  </property>
  <property fmtid="{D5CDD505-2E9C-101B-9397-08002B2CF9AE}" pid="14" name="ContentTypeId">
    <vt:lpwstr>0x0101000E5D7084D6AC3D43ABB6786AB9F38B91</vt:lpwstr>
  </property>
  <property fmtid="{D5CDD505-2E9C-101B-9397-08002B2CF9AE}" pid="15" name="MediaServiceImageTags">
    <vt:lpwstr/>
  </property>
</Properties>
</file>